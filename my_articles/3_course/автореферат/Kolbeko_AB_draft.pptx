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1"/>
  </p:notesMasterIdLst>
  <p:sldIdLst>
    <p:sldId id="256" r:id="rId2"/>
    <p:sldId id="264" r:id="rId3"/>
    <p:sldId id="277" r:id="rId4"/>
    <p:sldId id="267" r:id="rId5"/>
    <p:sldId id="268" r:id="rId6"/>
    <p:sldId id="269" r:id="rId7"/>
    <p:sldId id="266" r:id="rId8"/>
    <p:sldId id="265" r:id="rId9"/>
    <p:sldId id="285" r:id="rId10"/>
    <p:sldId id="290" r:id="rId11"/>
    <p:sldId id="291" r:id="rId12"/>
    <p:sldId id="292" r:id="rId13"/>
    <p:sldId id="289" r:id="rId14"/>
    <p:sldId id="293" r:id="rId15"/>
    <p:sldId id="294" r:id="rId16"/>
    <p:sldId id="295" r:id="rId17"/>
    <p:sldId id="296" r:id="rId18"/>
    <p:sldId id="272" r:id="rId19"/>
    <p:sldId id="263" r:id="rId20"/>
  </p:sldIdLst>
  <p:sldSz cx="10693400" cy="7561263"/>
  <p:notesSz cx="6858000" cy="9144000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82">
          <p15:clr>
            <a:srgbClr val="A4A3A4"/>
          </p15:clr>
        </p15:guide>
        <p15:guide id="2" pos="336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88606" autoAdjust="0"/>
  </p:normalViewPr>
  <p:slideViewPr>
    <p:cSldViewPr snapToGrid="0">
      <p:cViewPr varScale="1">
        <p:scale>
          <a:sx n="89" d="100"/>
          <a:sy n="89" d="100"/>
        </p:scale>
        <p:origin x="1794" y="84"/>
      </p:cViewPr>
      <p:guideLst>
        <p:guide orient="horz" pos="2382"/>
        <p:guide pos="33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xndr Klbk" userId="2fbf1057fab386a1" providerId="LiveId" clId="{D49C039B-90AF-43F7-9F99-3242B579CD3E}"/>
    <pc:docChg chg="undo custSel addSld modSld sldOrd">
      <pc:chgData name="Alxndr Klbk" userId="2fbf1057fab386a1" providerId="LiveId" clId="{D49C039B-90AF-43F7-9F99-3242B579CD3E}" dt="2025-12-08T11:55:58.642" v="3283" actId="207"/>
      <pc:docMkLst>
        <pc:docMk/>
      </pc:docMkLst>
      <pc:sldChg chg="modSp mod">
        <pc:chgData name="Alxndr Klbk" userId="2fbf1057fab386a1" providerId="LiveId" clId="{D49C039B-90AF-43F7-9F99-3242B579CD3E}" dt="2025-12-08T10:02:42.589" v="70" actId="14100"/>
        <pc:sldMkLst>
          <pc:docMk/>
          <pc:sldMk cId="889584945" sldId="256"/>
        </pc:sldMkLst>
        <pc:spChg chg="mod">
          <ac:chgData name="Alxndr Klbk" userId="2fbf1057fab386a1" providerId="LiveId" clId="{D49C039B-90AF-43F7-9F99-3242B579CD3E}" dt="2025-12-08T10:02:42.589" v="70" actId="14100"/>
          <ac:spMkLst>
            <pc:docMk/>
            <pc:sldMk cId="889584945" sldId="256"/>
            <ac:spMk id="3" creationId="{00000000-0000-0000-0000-000000000000}"/>
          </ac:spMkLst>
        </pc:spChg>
        <pc:spChg chg="mod">
          <ac:chgData name="Alxndr Klbk" userId="2fbf1057fab386a1" providerId="LiveId" clId="{D49C039B-90AF-43F7-9F99-3242B579CD3E}" dt="2025-12-08T10:01:56.135" v="67"/>
          <ac:spMkLst>
            <pc:docMk/>
            <pc:sldMk cId="889584945" sldId="256"/>
            <ac:spMk id="4" creationId="{00000000-0000-0000-0000-000000000000}"/>
          </ac:spMkLst>
        </pc:spChg>
      </pc:sldChg>
      <pc:sldChg chg="modSp mod">
        <pc:chgData name="Alxndr Klbk" userId="2fbf1057fab386a1" providerId="LiveId" clId="{D49C039B-90AF-43F7-9F99-3242B579CD3E}" dt="2025-12-08T10:08:54.950" v="101" actId="1076"/>
        <pc:sldMkLst>
          <pc:docMk/>
          <pc:sldMk cId="1699579028" sldId="264"/>
        </pc:sldMkLst>
        <pc:picChg chg="mod">
          <ac:chgData name="Alxndr Klbk" userId="2fbf1057fab386a1" providerId="LiveId" clId="{D49C039B-90AF-43F7-9F99-3242B579CD3E}" dt="2025-12-08T10:08:54.950" v="101" actId="1076"/>
          <ac:picMkLst>
            <pc:docMk/>
            <pc:sldMk cId="1699579028" sldId="264"/>
            <ac:picMk id="1208" creationId="{BE539FFE-5172-4A37-5DCA-321B21A60D2A}"/>
          </ac:picMkLst>
        </pc:picChg>
      </pc:sldChg>
      <pc:sldChg chg="ord">
        <pc:chgData name="Alxndr Klbk" userId="2fbf1057fab386a1" providerId="LiveId" clId="{D49C039B-90AF-43F7-9F99-3242B579CD3E}" dt="2025-12-08T11:49:46.602" v="3082"/>
        <pc:sldMkLst>
          <pc:docMk/>
          <pc:sldMk cId="2823718763" sldId="265"/>
        </pc:sldMkLst>
      </pc:sldChg>
      <pc:sldChg chg="modSp mod ord">
        <pc:chgData name="Alxndr Klbk" userId="2fbf1057fab386a1" providerId="LiveId" clId="{D49C039B-90AF-43F7-9F99-3242B579CD3E}" dt="2025-12-08T11:50:00.925" v="3131" actId="20577"/>
        <pc:sldMkLst>
          <pc:docMk/>
          <pc:sldMk cId="2837873383" sldId="266"/>
        </pc:sldMkLst>
        <pc:spChg chg="mod">
          <ac:chgData name="Alxndr Klbk" userId="2fbf1057fab386a1" providerId="LiveId" clId="{D49C039B-90AF-43F7-9F99-3242B579CD3E}" dt="2025-12-08T11:50:00.925" v="3131" actId="20577"/>
          <ac:spMkLst>
            <pc:docMk/>
            <pc:sldMk cId="2837873383" sldId="266"/>
            <ac:spMk id="14" creationId="{00000000-0000-0000-0000-000000000000}"/>
          </ac:spMkLst>
        </pc:spChg>
      </pc:sldChg>
      <pc:sldChg chg="modSp mod">
        <pc:chgData name="Alxndr Klbk" userId="2fbf1057fab386a1" providerId="LiveId" clId="{D49C039B-90AF-43F7-9F99-3242B579CD3E}" dt="2025-12-08T10:43:28.007" v="1004" actId="20577"/>
        <pc:sldMkLst>
          <pc:docMk/>
          <pc:sldMk cId="2118043203" sldId="267"/>
        </pc:sldMkLst>
        <pc:spChg chg="mod">
          <ac:chgData name="Alxndr Klbk" userId="2fbf1057fab386a1" providerId="LiveId" clId="{D49C039B-90AF-43F7-9F99-3242B579CD3E}" dt="2025-12-08T10:33:39.695" v="718" actId="20577"/>
          <ac:spMkLst>
            <pc:docMk/>
            <pc:sldMk cId="2118043203" sldId="267"/>
            <ac:spMk id="14" creationId="{00000000-0000-0000-0000-000000000000}"/>
          </ac:spMkLst>
        </pc:spChg>
        <pc:spChg chg="mod">
          <ac:chgData name="Alxndr Klbk" userId="2fbf1057fab386a1" providerId="LiveId" clId="{D49C039B-90AF-43F7-9F99-3242B579CD3E}" dt="2025-12-08T10:43:28.007" v="1004" actId="20577"/>
          <ac:spMkLst>
            <pc:docMk/>
            <pc:sldMk cId="2118043203" sldId="267"/>
            <ac:spMk id="15" creationId="{00000000-0000-0000-0000-000000000000}"/>
          </ac:spMkLst>
        </pc:spChg>
        <pc:picChg chg="mod">
          <ac:chgData name="Alxndr Klbk" userId="2fbf1057fab386a1" providerId="LiveId" clId="{D49C039B-90AF-43F7-9F99-3242B579CD3E}" dt="2025-12-08T10:38:13.079" v="860" actId="14100"/>
          <ac:picMkLst>
            <pc:docMk/>
            <pc:sldMk cId="2118043203" sldId="267"/>
            <ac:picMk id="2050" creationId="{BFCEF742-15E9-D995-8322-E3D96267F9D8}"/>
          </ac:picMkLst>
        </pc:picChg>
      </pc:sldChg>
      <pc:sldChg chg="addSp delSp modSp mod">
        <pc:chgData name="Alxndr Klbk" userId="2fbf1057fab386a1" providerId="LiveId" clId="{D49C039B-90AF-43F7-9F99-3242B579CD3E}" dt="2025-12-08T11:55:58.642" v="3283" actId="207"/>
        <pc:sldMkLst>
          <pc:docMk/>
          <pc:sldMk cId="4218482373" sldId="268"/>
        </pc:sldMkLst>
        <pc:spChg chg="add mod">
          <ac:chgData name="Alxndr Klbk" userId="2fbf1057fab386a1" providerId="LiveId" clId="{D49C039B-90AF-43F7-9F99-3242B579CD3E}" dt="2025-12-08T11:55:58.642" v="3283" actId="207"/>
          <ac:spMkLst>
            <pc:docMk/>
            <pc:sldMk cId="4218482373" sldId="268"/>
            <ac:spMk id="6" creationId="{33299241-8A12-BF94-03DF-853CABC2F2F2}"/>
          </ac:spMkLst>
        </pc:spChg>
        <pc:spChg chg="mod">
          <ac:chgData name="Alxndr Klbk" userId="2fbf1057fab386a1" providerId="LiveId" clId="{D49C039B-90AF-43F7-9F99-3242B579CD3E}" dt="2025-12-08T10:39:00.273" v="891" actId="20577"/>
          <ac:spMkLst>
            <pc:docMk/>
            <pc:sldMk cId="4218482373" sldId="268"/>
            <ac:spMk id="14" creationId="{00000000-0000-0000-0000-000000000000}"/>
          </ac:spMkLst>
        </pc:spChg>
        <pc:spChg chg="del">
          <ac:chgData name="Alxndr Klbk" userId="2fbf1057fab386a1" providerId="LiveId" clId="{D49C039B-90AF-43F7-9F99-3242B579CD3E}" dt="2025-12-08T10:39:03.947" v="892" actId="478"/>
          <ac:spMkLst>
            <pc:docMk/>
            <pc:sldMk cId="4218482373" sldId="268"/>
            <ac:spMk id="15" creationId="{00000000-0000-0000-0000-000000000000}"/>
          </ac:spMkLst>
        </pc:spChg>
        <pc:picChg chg="del">
          <ac:chgData name="Alxndr Klbk" userId="2fbf1057fab386a1" providerId="LiveId" clId="{D49C039B-90AF-43F7-9F99-3242B579CD3E}" dt="2025-12-08T10:39:03.947" v="892" actId="478"/>
          <ac:picMkLst>
            <pc:docMk/>
            <pc:sldMk cId="4218482373" sldId="268"/>
            <ac:picMk id="2050" creationId="{00000000-0000-0000-0000-000000000000}"/>
          </ac:picMkLst>
        </pc:picChg>
      </pc:sldChg>
      <pc:sldChg chg="modSp mod">
        <pc:chgData name="Alxndr Klbk" userId="2fbf1057fab386a1" providerId="LiveId" clId="{D49C039B-90AF-43F7-9F99-3242B579CD3E}" dt="2025-12-08T10:48:40.944" v="1277" actId="20577"/>
        <pc:sldMkLst>
          <pc:docMk/>
          <pc:sldMk cId="4286400532" sldId="269"/>
        </pc:sldMkLst>
        <pc:spChg chg="mod">
          <ac:chgData name="Alxndr Klbk" userId="2fbf1057fab386a1" providerId="LiveId" clId="{D49C039B-90AF-43F7-9F99-3242B579CD3E}" dt="2025-12-08T10:48:40.944" v="1277" actId="20577"/>
          <ac:spMkLst>
            <pc:docMk/>
            <pc:sldMk cId="4286400532" sldId="269"/>
            <ac:spMk id="14" creationId="{00000000-0000-0000-0000-000000000000}"/>
          </ac:spMkLst>
        </pc:spChg>
      </pc:sldChg>
      <pc:sldChg chg="modSp mod">
        <pc:chgData name="Alxndr Klbk" userId="2fbf1057fab386a1" providerId="LiveId" clId="{D49C039B-90AF-43F7-9F99-3242B579CD3E}" dt="2025-12-08T10:18:17.737" v="681" actId="20577"/>
        <pc:sldMkLst>
          <pc:docMk/>
          <pc:sldMk cId="2741118368" sldId="277"/>
        </pc:sldMkLst>
        <pc:spChg chg="mod">
          <ac:chgData name="Alxndr Klbk" userId="2fbf1057fab386a1" providerId="LiveId" clId="{D49C039B-90AF-43F7-9F99-3242B579CD3E}" dt="2025-12-08T10:18:17.737" v="681" actId="20577"/>
          <ac:spMkLst>
            <pc:docMk/>
            <pc:sldMk cId="2741118368" sldId="277"/>
            <ac:spMk id="15" creationId="{00000000-0000-0000-0000-000000000000}"/>
          </ac:spMkLst>
        </pc:spChg>
      </pc:sldChg>
      <pc:sldChg chg="addSp delSp modSp mod">
        <pc:chgData name="Alxndr Klbk" userId="2fbf1057fab386a1" providerId="LiveId" clId="{D49C039B-90AF-43F7-9F99-3242B579CD3E}" dt="2025-12-08T11:29:00.556" v="2438" actId="20577"/>
        <pc:sldMkLst>
          <pc:docMk/>
          <pc:sldMk cId="338053850" sldId="285"/>
        </pc:sldMkLst>
        <pc:spChg chg="add del">
          <ac:chgData name="Alxndr Klbk" userId="2fbf1057fab386a1" providerId="LiveId" clId="{D49C039B-90AF-43F7-9F99-3242B579CD3E}" dt="2025-12-08T10:54:55.441" v="1286" actId="22"/>
          <ac:spMkLst>
            <pc:docMk/>
            <pc:sldMk cId="338053850" sldId="285"/>
            <ac:spMk id="7" creationId="{0642B2CC-3A62-C04D-82A4-DA106778A632}"/>
          </ac:spMkLst>
        </pc:spChg>
        <pc:spChg chg="del">
          <ac:chgData name="Alxndr Klbk" userId="2fbf1057fab386a1" providerId="LiveId" clId="{D49C039B-90AF-43F7-9F99-3242B579CD3E}" dt="2025-12-08T10:57:48.094" v="1385" actId="478"/>
          <ac:spMkLst>
            <pc:docMk/>
            <pc:sldMk cId="338053850" sldId="285"/>
            <ac:spMk id="9" creationId="{A37838D7-11DB-566D-C563-F2EEB077AB49}"/>
          </ac:spMkLst>
        </pc:spChg>
        <pc:spChg chg="add mod">
          <ac:chgData name="Alxndr Klbk" userId="2fbf1057fab386a1" providerId="LiveId" clId="{D49C039B-90AF-43F7-9F99-3242B579CD3E}" dt="2025-12-08T10:59:04.256" v="1402" actId="20577"/>
          <ac:spMkLst>
            <pc:docMk/>
            <pc:sldMk cId="338053850" sldId="285"/>
            <ac:spMk id="13" creationId="{C00244B1-CE64-0ABF-E3D8-62B90B88E490}"/>
          </ac:spMkLst>
        </pc:spChg>
        <pc:spChg chg="mod">
          <ac:chgData name="Alxndr Klbk" userId="2fbf1057fab386a1" providerId="LiveId" clId="{D49C039B-90AF-43F7-9F99-3242B579CD3E}" dt="2025-12-08T10:55:51.384" v="1376" actId="20577"/>
          <ac:spMkLst>
            <pc:docMk/>
            <pc:sldMk cId="338053850" sldId="285"/>
            <ac:spMk id="14" creationId="{00000000-0000-0000-0000-000000000000}"/>
          </ac:spMkLst>
        </pc:spChg>
        <pc:spChg chg="add del mod">
          <ac:chgData name="Alxndr Klbk" userId="2fbf1057fab386a1" providerId="LiveId" clId="{D49C039B-90AF-43F7-9F99-3242B579CD3E}" dt="2025-12-08T11:01:06.004" v="1413" actId="478"/>
          <ac:spMkLst>
            <pc:docMk/>
            <pc:sldMk cId="338053850" sldId="285"/>
            <ac:spMk id="17" creationId="{F911B364-695B-1262-4E98-AD460FC2EAB2}"/>
          </ac:spMkLst>
        </pc:spChg>
        <pc:spChg chg="add del">
          <ac:chgData name="Alxndr Klbk" userId="2fbf1057fab386a1" providerId="LiveId" clId="{D49C039B-90AF-43F7-9F99-3242B579CD3E}" dt="2025-12-08T10:57:52.707" v="1388" actId="22"/>
          <ac:spMkLst>
            <pc:docMk/>
            <pc:sldMk cId="338053850" sldId="285"/>
            <ac:spMk id="19" creationId="{0ADFD16E-B3C3-2569-0D88-88FF96903554}"/>
          </ac:spMkLst>
        </pc:spChg>
        <pc:spChg chg="add del mod">
          <ac:chgData name="Alxndr Klbk" userId="2fbf1057fab386a1" providerId="LiveId" clId="{D49C039B-90AF-43F7-9F99-3242B579CD3E}" dt="2025-12-08T10:58:06.917" v="1394" actId="22"/>
          <ac:spMkLst>
            <pc:docMk/>
            <pc:sldMk cId="338053850" sldId="285"/>
            <ac:spMk id="21" creationId="{D95518D1-140F-2EDC-B0A6-F8955EA68FC2}"/>
          </ac:spMkLst>
        </pc:spChg>
        <pc:spChg chg="mod">
          <ac:chgData name="Alxndr Klbk" userId="2fbf1057fab386a1" providerId="LiveId" clId="{D49C039B-90AF-43F7-9F99-3242B579CD3E}" dt="2025-12-08T10:56:07.953" v="1379" actId="1076"/>
          <ac:spMkLst>
            <pc:docMk/>
            <pc:sldMk cId="338053850" sldId="285"/>
            <ac:spMk id="22" creationId="{324CA032-3D20-1D01-E193-A08264FE1288}"/>
          </ac:spMkLst>
        </pc:spChg>
        <pc:spChg chg="add mod">
          <ac:chgData name="Alxndr Klbk" userId="2fbf1057fab386a1" providerId="LiveId" clId="{D49C039B-90AF-43F7-9F99-3242B579CD3E}" dt="2025-12-08T11:05:03.222" v="1546" actId="1076"/>
          <ac:spMkLst>
            <pc:docMk/>
            <pc:sldMk cId="338053850" sldId="285"/>
            <ac:spMk id="24" creationId="{4AC19240-EF24-8994-7AA9-DAF4E619A552}"/>
          </ac:spMkLst>
        </pc:spChg>
        <pc:spChg chg="add mod">
          <ac:chgData name="Alxndr Klbk" userId="2fbf1057fab386a1" providerId="LiveId" clId="{D49C039B-90AF-43F7-9F99-3242B579CD3E}" dt="2025-12-08T11:05:03.222" v="1546" actId="1076"/>
          <ac:spMkLst>
            <pc:docMk/>
            <pc:sldMk cId="338053850" sldId="285"/>
            <ac:spMk id="26" creationId="{B9C7160D-5D46-BCA8-7C2E-179B20389AF7}"/>
          </ac:spMkLst>
        </pc:spChg>
        <pc:spChg chg="add mod">
          <ac:chgData name="Alxndr Klbk" userId="2fbf1057fab386a1" providerId="LiveId" clId="{D49C039B-90AF-43F7-9F99-3242B579CD3E}" dt="2025-12-08T11:04:57.782" v="1545" actId="20577"/>
          <ac:spMkLst>
            <pc:docMk/>
            <pc:sldMk cId="338053850" sldId="285"/>
            <ac:spMk id="28" creationId="{D3F62BE7-57D8-BC49-C44B-8833613BFB32}"/>
          </ac:spMkLst>
        </pc:spChg>
        <pc:spChg chg="del">
          <ac:chgData name="Alxndr Klbk" userId="2fbf1057fab386a1" providerId="LiveId" clId="{D49C039B-90AF-43F7-9F99-3242B579CD3E}" dt="2025-12-08T10:55:24.351" v="1308" actId="478"/>
          <ac:spMkLst>
            <pc:docMk/>
            <pc:sldMk cId="338053850" sldId="285"/>
            <ac:spMk id="29" creationId="{4E395A06-4472-40EB-FCFF-44E6A49228B4}"/>
          </ac:spMkLst>
        </pc:spChg>
        <pc:spChg chg="add mod">
          <ac:chgData name="Alxndr Klbk" userId="2fbf1057fab386a1" providerId="LiveId" clId="{D49C039B-90AF-43F7-9F99-3242B579CD3E}" dt="2025-12-08T11:29:00.556" v="2438" actId="20577"/>
          <ac:spMkLst>
            <pc:docMk/>
            <pc:sldMk cId="338053850" sldId="285"/>
            <ac:spMk id="31" creationId="{D63EFA30-8CB1-C73E-D4DE-F5058434F95A}"/>
          </ac:spMkLst>
        </pc:spChg>
        <pc:grpChg chg="del">
          <ac:chgData name="Alxndr Klbk" userId="2fbf1057fab386a1" providerId="LiveId" clId="{D49C039B-90AF-43F7-9F99-3242B579CD3E}" dt="2025-12-08T10:57:48.094" v="1385" actId="478"/>
          <ac:grpSpMkLst>
            <pc:docMk/>
            <pc:sldMk cId="338053850" sldId="285"/>
            <ac:grpSpMk id="16" creationId="{79779EED-46C0-A2AB-7E17-21384DF41689}"/>
          </ac:grpSpMkLst>
        </pc:grpChg>
      </pc:sldChg>
      <pc:sldChg chg="addSp delSp modSp mod">
        <pc:chgData name="Alxndr Klbk" userId="2fbf1057fab386a1" providerId="LiveId" clId="{D49C039B-90AF-43F7-9F99-3242B579CD3E}" dt="2025-12-08T11:51:15.357" v="3195" actId="1076"/>
        <pc:sldMkLst>
          <pc:docMk/>
          <pc:sldMk cId="1702713374" sldId="289"/>
        </pc:sldMkLst>
        <pc:spChg chg="del">
          <ac:chgData name="Alxndr Klbk" userId="2fbf1057fab386a1" providerId="LiveId" clId="{D49C039B-90AF-43F7-9F99-3242B579CD3E}" dt="2025-12-08T11:50:22.115" v="3132" actId="478"/>
          <ac:spMkLst>
            <pc:docMk/>
            <pc:sldMk cId="1702713374" sldId="289"/>
            <ac:spMk id="6" creationId="{5C28EB57-F566-9476-9734-365281AB484E}"/>
          </ac:spMkLst>
        </pc:spChg>
        <pc:spChg chg="mod">
          <ac:chgData name="Alxndr Klbk" userId="2fbf1057fab386a1" providerId="LiveId" clId="{D49C039B-90AF-43F7-9F99-3242B579CD3E}" dt="2025-12-08T11:51:09.843" v="3193" actId="20577"/>
          <ac:spMkLst>
            <pc:docMk/>
            <pc:sldMk cId="1702713374" sldId="289"/>
            <ac:spMk id="14" creationId="{00000000-0000-0000-0000-000000000000}"/>
          </ac:spMkLst>
        </pc:spChg>
        <pc:picChg chg="add mod">
          <ac:chgData name="Alxndr Klbk" userId="2fbf1057fab386a1" providerId="LiveId" clId="{D49C039B-90AF-43F7-9F99-3242B579CD3E}" dt="2025-12-08T11:51:15.357" v="3195" actId="1076"/>
          <ac:picMkLst>
            <pc:docMk/>
            <pc:sldMk cId="1702713374" sldId="289"/>
            <ac:picMk id="7" creationId="{DE8038AC-CD22-F924-0841-2CDCEA41AEC3}"/>
          </ac:picMkLst>
        </pc:picChg>
        <pc:cxnChg chg="mod">
          <ac:chgData name="Alxndr Klbk" userId="2fbf1057fab386a1" providerId="LiveId" clId="{D49C039B-90AF-43F7-9F99-3242B579CD3E}" dt="2025-12-08T11:51:13.883" v="3194" actId="1076"/>
          <ac:cxnSpMkLst>
            <pc:docMk/>
            <pc:sldMk cId="1702713374" sldId="289"/>
            <ac:cxnSpMk id="5" creationId="{00000000-0000-0000-0000-000000000000}"/>
          </ac:cxnSpMkLst>
        </pc:cxnChg>
      </pc:sldChg>
      <pc:sldChg chg="addSp delSp modSp add mod">
        <pc:chgData name="Alxndr Klbk" userId="2fbf1057fab386a1" providerId="LiveId" clId="{D49C039B-90AF-43F7-9F99-3242B579CD3E}" dt="2025-12-08T11:25:02.992" v="2406" actId="20577"/>
        <pc:sldMkLst>
          <pc:docMk/>
          <pc:sldMk cId="3884089356" sldId="290"/>
        </pc:sldMkLst>
        <pc:spChg chg="add del mod">
          <ac:chgData name="Alxndr Klbk" userId="2fbf1057fab386a1" providerId="LiveId" clId="{D49C039B-90AF-43F7-9F99-3242B579CD3E}" dt="2025-12-08T11:25:02.992" v="2406" actId="20577"/>
          <ac:spMkLst>
            <pc:docMk/>
            <pc:sldMk cId="3884089356" sldId="290"/>
            <ac:spMk id="3" creationId="{14D6840F-09CB-9C44-5690-1F11BE94228C}"/>
          </ac:spMkLst>
        </pc:spChg>
        <pc:spChg chg="add del mod">
          <ac:chgData name="Alxndr Klbk" userId="2fbf1057fab386a1" providerId="LiveId" clId="{D49C039B-90AF-43F7-9F99-3242B579CD3E}" dt="2025-12-08T11:10:45.593" v="1926" actId="478"/>
          <ac:spMkLst>
            <pc:docMk/>
            <pc:sldMk cId="3884089356" sldId="290"/>
            <ac:spMk id="12" creationId="{6C421648-094C-1D61-BF11-5B96663A682C}"/>
          </ac:spMkLst>
        </pc:spChg>
        <pc:spChg chg="del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13" creationId="{80C90266-7402-51BB-2CEA-9019F56B1B44}"/>
          </ac:spMkLst>
        </pc:spChg>
        <pc:spChg chg="add del mod">
          <ac:chgData name="Alxndr Klbk" userId="2fbf1057fab386a1" providerId="LiveId" clId="{D49C039B-90AF-43F7-9F99-3242B579CD3E}" dt="2025-12-08T11:24:47.387" v="2399" actId="20577"/>
          <ac:spMkLst>
            <pc:docMk/>
            <pc:sldMk cId="3884089356" sldId="290"/>
            <ac:spMk id="16" creationId="{12C75F5A-CBB0-9672-4C69-9EE21B108A63}"/>
          </ac:spMkLst>
        </pc:spChg>
        <pc:spChg chg="add mod">
          <ac:chgData name="Alxndr Klbk" userId="2fbf1057fab386a1" providerId="LiveId" clId="{D49C039B-90AF-43F7-9F99-3242B579CD3E}" dt="2025-12-08T11:16:55.327" v="2160" actId="20577"/>
          <ac:spMkLst>
            <pc:docMk/>
            <pc:sldMk cId="3884089356" sldId="290"/>
            <ac:spMk id="19" creationId="{54F5F8E1-95DA-4529-3902-729CA8B30A5D}"/>
          </ac:spMkLst>
        </pc:spChg>
        <pc:spChg chg="add mod">
          <ac:chgData name="Alxndr Klbk" userId="2fbf1057fab386a1" providerId="LiveId" clId="{D49C039B-90AF-43F7-9F99-3242B579CD3E}" dt="2025-12-08T11:17:42.342" v="2164" actId="20577"/>
          <ac:spMkLst>
            <pc:docMk/>
            <pc:sldMk cId="3884089356" sldId="290"/>
            <ac:spMk id="21" creationId="{EA88B7C7-A395-ABB9-4AB6-2093D27307C7}"/>
          </ac:spMkLst>
        </pc:spChg>
        <pc:spChg chg="del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22" creationId="{B181A81F-E96E-9F48-E8AD-0E89E1091220}"/>
          </ac:spMkLst>
        </pc:spChg>
        <pc:spChg chg="del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24" creationId="{07C634F3-C0F8-BE64-883B-55190DED38BA}"/>
          </ac:spMkLst>
        </pc:spChg>
        <pc:spChg chg="add mod">
          <ac:chgData name="Alxndr Klbk" userId="2fbf1057fab386a1" providerId="LiveId" clId="{D49C039B-90AF-43F7-9F99-3242B579CD3E}" dt="2025-12-08T11:17:53.671" v="2167" actId="20577"/>
          <ac:spMkLst>
            <pc:docMk/>
            <pc:sldMk cId="3884089356" sldId="290"/>
            <ac:spMk id="25" creationId="{42C56147-B0AE-63FC-06E9-B659523E5D5A}"/>
          </ac:spMkLst>
        </pc:spChg>
        <pc:spChg chg="del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26" creationId="{EA11650D-A05D-DA34-B194-F8EA1D17D29D}"/>
          </ac:spMkLst>
        </pc:spChg>
        <pc:spChg chg="del mod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28" creationId="{43F807FE-0468-BE88-DCC9-2CF8E8EC2C9E}"/>
          </ac:spMkLst>
        </pc:spChg>
        <pc:spChg chg="add mod">
          <ac:chgData name="Alxndr Klbk" userId="2fbf1057fab386a1" providerId="LiveId" clId="{D49C039B-90AF-43F7-9F99-3242B579CD3E}" dt="2025-12-08T11:18:08.364" v="2170" actId="20577"/>
          <ac:spMkLst>
            <pc:docMk/>
            <pc:sldMk cId="3884089356" sldId="290"/>
            <ac:spMk id="29" creationId="{B694E828-607A-FD83-E281-5181C6FC18A4}"/>
          </ac:spMkLst>
        </pc:spChg>
        <pc:spChg chg="del">
          <ac:chgData name="Alxndr Klbk" userId="2fbf1057fab386a1" providerId="LiveId" clId="{D49C039B-90AF-43F7-9F99-3242B579CD3E}" dt="2025-12-08T11:04:46.592" v="1458" actId="478"/>
          <ac:spMkLst>
            <pc:docMk/>
            <pc:sldMk cId="3884089356" sldId="290"/>
            <ac:spMk id="31" creationId="{0E87AF0C-2190-DA93-993B-67DE2B2F8DBE}"/>
          </ac:spMkLst>
        </pc:spChg>
        <pc:spChg chg="add mod">
          <ac:chgData name="Alxndr Klbk" userId="2fbf1057fab386a1" providerId="LiveId" clId="{D49C039B-90AF-43F7-9F99-3242B579CD3E}" dt="2025-12-08T11:18:31.246" v="2175" actId="1076"/>
          <ac:spMkLst>
            <pc:docMk/>
            <pc:sldMk cId="3884089356" sldId="290"/>
            <ac:spMk id="32" creationId="{AB64E77D-29C8-5A15-0800-8020D966BC05}"/>
          </ac:spMkLst>
        </pc:spChg>
        <pc:graphicFrameChg chg="del">
          <ac:chgData name="Alxndr Klbk" userId="2fbf1057fab386a1" providerId="LiveId" clId="{D49C039B-90AF-43F7-9F99-3242B579CD3E}" dt="2025-12-08T11:10:48.224" v="1928" actId="478"/>
          <ac:graphicFrameMkLst>
            <pc:docMk/>
            <pc:sldMk cId="3884089356" sldId="290"/>
            <ac:graphicFrameMk id="6" creationId="{3EB27198-7600-F7EE-35D5-7F6BFBAE14FE}"/>
          </ac:graphicFrameMkLst>
        </pc:graphicFrameChg>
        <pc:graphicFrameChg chg="del">
          <ac:chgData name="Alxndr Klbk" userId="2fbf1057fab386a1" providerId="LiveId" clId="{D49C039B-90AF-43F7-9F99-3242B579CD3E}" dt="2025-12-08T11:10:46.831" v="1927" actId="478"/>
          <ac:graphicFrameMkLst>
            <pc:docMk/>
            <pc:sldMk cId="3884089356" sldId="290"/>
            <ac:graphicFrameMk id="7" creationId="{D14A39BA-9A0B-1CDD-2D3A-4C9DFAB0B02F}"/>
          </ac:graphicFrameMkLst>
        </pc:graphicFrameChg>
        <pc:graphicFrameChg chg="del">
          <ac:chgData name="Alxndr Klbk" userId="2fbf1057fab386a1" providerId="LiveId" clId="{D49C039B-90AF-43F7-9F99-3242B579CD3E}" dt="2025-12-08T11:10:44.464" v="1925" actId="478"/>
          <ac:graphicFrameMkLst>
            <pc:docMk/>
            <pc:sldMk cId="3884089356" sldId="290"/>
            <ac:graphicFrameMk id="8" creationId="{AA92DA73-BA19-64BC-F4C3-7AB6E3F74BE1}"/>
          </ac:graphicFrameMkLst>
        </pc:graphicFrameChg>
        <pc:graphicFrameChg chg="del mod">
          <ac:chgData name="Alxndr Klbk" userId="2fbf1057fab386a1" providerId="LiveId" clId="{D49C039B-90AF-43F7-9F99-3242B579CD3E}" dt="2025-12-08T11:10:42.328" v="1924" actId="478"/>
          <ac:graphicFrameMkLst>
            <pc:docMk/>
            <pc:sldMk cId="3884089356" sldId="290"/>
            <ac:graphicFrameMk id="9" creationId="{405DF908-653E-8D85-C470-8A98154AC89F}"/>
          </ac:graphicFrameMkLst>
        </pc:graphicFrameChg>
        <pc:picChg chg="add del mod">
          <ac:chgData name="Alxndr Klbk" userId="2fbf1057fab386a1" providerId="LiveId" clId="{D49C039B-90AF-43F7-9F99-3242B579CD3E}" dt="2025-12-08T11:14:35.432" v="1985" actId="22"/>
          <ac:picMkLst>
            <pc:docMk/>
            <pc:sldMk cId="3884089356" sldId="290"/>
            <ac:picMk id="18" creationId="{BD97FB93-5753-E4C4-9F92-27694A2391E9}"/>
          </ac:picMkLst>
        </pc:picChg>
      </pc:sldChg>
      <pc:sldChg chg="addSp delSp modSp add mod">
        <pc:chgData name="Alxndr Klbk" userId="2fbf1057fab386a1" providerId="LiveId" clId="{D49C039B-90AF-43F7-9F99-3242B579CD3E}" dt="2025-12-08T11:39:45.344" v="2853" actId="1076"/>
        <pc:sldMkLst>
          <pc:docMk/>
          <pc:sldMk cId="1920285104" sldId="291"/>
        </pc:sldMkLst>
        <pc:spChg chg="del mod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3" creationId="{9F175660-FA9F-37F1-7937-479A677D1951}"/>
          </ac:spMkLst>
        </pc:spChg>
        <pc:spChg chg="add del">
          <ac:chgData name="Alxndr Klbk" userId="2fbf1057fab386a1" providerId="LiveId" clId="{D49C039B-90AF-43F7-9F99-3242B579CD3E}" dt="2025-12-08T11:20:41.968" v="2181" actId="22"/>
          <ac:spMkLst>
            <pc:docMk/>
            <pc:sldMk cId="1920285104" sldId="291"/>
            <ac:spMk id="7" creationId="{2ACA24A1-C154-5EDF-5D34-7B5EB1726556}"/>
          </ac:spMkLst>
        </pc:spChg>
        <pc:spChg chg="add mod">
          <ac:chgData name="Alxndr Klbk" userId="2fbf1057fab386a1" providerId="LiveId" clId="{D49C039B-90AF-43F7-9F99-3242B579CD3E}" dt="2025-12-08T11:27:46.706" v="2429" actId="20577"/>
          <ac:spMkLst>
            <pc:docMk/>
            <pc:sldMk cId="1920285104" sldId="291"/>
            <ac:spMk id="9" creationId="{552E909C-1BBD-4FCB-9C81-5CCC3C104F6D}"/>
          </ac:spMkLst>
        </pc:spChg>
        <pc:spChg chg="add mod">
          <ac:chgData name="Alxndr Klbk" userId="2fbf1057fab386a1" providerId="LiveId" clId="{D49C039B-90AF-43F7-9F99-3242B579CD3E}" dt="2025-12-08T11:39:12.944" v="2849" actId="1076"/>
          <ac:spMkLst>
            <pc:docMk/>
            <pc:sldMk cId="1920285104" sldId="291"/>
            <ac:spMk id="12" creationId="{45C50F37-2F3D-9C4C-4764-3A05B0645B3C}"/>
          </ac:spMkLst>
        </pc:spChg>
        <pc:spChg chg="add mod">
          <ac:chgData name="Alxndr Klbk" userId="2fbf1057fab386a1" providerId="LiveId" clId="{D49C039B-90AF-43F7-9F99-3242B579CD3E}" dt="2025-12-08T11:39:12.944" v="2849" actId="1076"/>
          <ac:spMkLst>
            <pc:docMk/>
            <pc:sldMk cId="1920285104" sldId="291"/>
            <ac:spMk id="15" creationId="{0F669091-BFC3-C734-7B61-6C7AF854D598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16" creationId="{342D6859-AF91-1E35-1BC3-BAC827FC2695}"/>
          </ac:spMkLst>
        </pc:spChg>
        <pc:spChg chg="add mod">
          <ac:chgData name="Alxndr Klbk" userId="2fbf1057fab386a1" providerId="LiveId" clId="{D49C039B-90AF-43F7-9F99-3242B579CD3E}" dt="2025-12-08T11:39:15.058" v="2850" actId="1076"/>
          <ac:spMkLst>
            <pc:docMk/>
            <pc:sldMk cId="1920285104" sldId="291"/>
            <ac:spMk id="18" creationId="{C8D6596D-658D-A88E-5C5B-A581DB5DE575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19" creationId="{06A4314E-2316-BE4D-DE87-D20992EC4847}"/>
          </ac:spMkLst>
        </pc:spChg>
        <pc:spChg chg="add mod">
          <ac:chgData name="Alxndr Klbk" userId="2fbf1057fab386a1" providerId="LiveId" clId="{D49C039B-90AF-43F7-9F99-3242B579CD3E}" dt="2025-12-08T11:39:16.318" v="2851" actId="1076"/>
          <ac:spMkLst>
            <pc:docMk/>
            <pc:sldMk cId="1920285104" sldId="291"/>
            <ac:spMk id="20" creationId="{B5DCB9F1-E3E2-AE02-A216-ACC17A95E947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21" creationId="{E0D00536-8D24-683B-3DDA-31C51C34E221}"/>
          </ac:spMkLst>
        </pc:spChg>
        <pc:spChg chg="add mod">
          <ac:chgData name="Alxndr Klbk" userId="2fbf1057fab386a1" providerId="LiveId" clId="{D49C039B-90AF-43F7-9F99-3242B579CD3E}" dt="2025-12-08T11:39:45.344" v="2853" actId="1076"/>
          <ac:spMkLst>
            <pc:docMk/>
            <pc:sldMk cId="1920285104" sldId="291"/>
            <ac:spMk id="23" creationId="{5BF4B6C3-60DF-7E9B-10F6-A67FFB4AE734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25" creationId="{24AE4BC9-5427-5C55-AFB4-9092D1AAAC37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29" creationId="{E6D5E8A8-A3C2-B4AB-40B8-93E3F77909B3}"/>
          </ac:spMkLst>
        </pc:spChg>
        <pc:spChg chg="del">
          <ac:chgData name="Alxndr Klbk" userId="2fbf1057fab386a1" providerId="LiveId" clId="{D49C039B-90AF-43F7-9F99-3242B579CD3E}" dt="2025-12-08T11:20:23.610" v="2179" actId="478"/>
          <ac:spMkLst>
            <pc:docMk/>
            <pc:sldMk cId="1920285104" sldId="291"/>
            <ac:spMk id="32" creationId="{4BA0DFEE-AB86-8F18-D8E3-6183AE17FC91}"/>
          </ac:spMkLst>
        </pc:spChg>
      </pc:sldChg>
      <pc:sldChg chg="addSp delSp modSp add mod">
        <pc:chgData name="Alxndr Klbk" userId="2fbf1057fab386a1" providerId="LiveId" clId="{D49C039B-90AF-43F7-9F99-3242B579CD3E}" dt="2025-12-08T11:48:15.436" v="3080" actId="1076"/>
        <pc:sldMkLst>
          <pc:docMk/>
          <pc:sldMk cId="52010422" sldId="292"/>
        </pc:sldMkLst>
        <pc:spChg chg="add del">
          <ac:chgData name="Alxndr Klbk" userId="2fbf1057fab386a1" providerId="LiveId" clId="{D49C039B-90AF-43F7-9F99-3242B579CD3E}" dt="2025-12-08T11:41:01.057" v="2923" actId="22"/>
          <ac:spMkLst>
            <pc:docMk/>
            <pc:sldMk cId="52010422" sldId="292"/>
            <ac:spMk id="6" creationId="{32C8CED6-6F30-81A5-33F3-75F82F45ADD3}"/>
          </ac:spMkLst>
        </pc:spChg>
        <pc:spChg chg="add mod">
          <ac:chgData name="Alxndr Klbk" userId="2fbf1057fab386a1" providerId="LiveId" clId="{D49C039B-90AF-43F7-9F99-3242B579CD3E}" dt="2025-12-08T11:42:07.647" v="2942" actId="1076"/>
          <ac:spMkLst>
            <pc:docMk/>
            <pc:sldMk cId="52010422" sldId="292"/>
            <ac:spMk id="8" creationId="{D729FB09-7E20-249B-86DE-A29BC4FF65DF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9" creationId="{61D32673-0D55-08F5-37C1-028C0D937567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12" creationId="{DA9480EA-9A0D-E6CA-3CA2-9978540AB7F3}"/>
          </ac:spMkLst>
        </pc:spChg>
        <pc:spChg chg="mod">
          <ac:chgData name="Alxndr Klbk" userId="2fbf1057fab386a1" providerId="LiveId" clId="{D49C039B-90AF-43F7-9F99-3242B579CD3E}" dt="2025-12-08T11:40:49.595" v="2920" actId="20577"/>
          <ac:spMkLst>
            <pc:docMk/>
            <pc:sldMk cId="52010422" sldId="292"/>
            <ac:spMk id="14" creationId="{7C87C896-73B9-08A3-B957-CF4105AD688F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15" creationId="{8C255A01-5541-0A13-247F-F293519DC4D2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18" creationId="{F718AB40-B147-9CD7-BE10-A17466595D78}"/>
          </ac:spMkLst>
        </pc:spChg>
        <pc:spChg chg="add mod">
          <ac:chgData name="Alxndr Klbk" userId="2fbf1057fab386a1" providerId="LiveId" clId="{D49C039B-90AF-43F7-9F99-3242B579CD3E}" dt="2025-12-08T11:43:07.981" v="2949" actId="1076"/>
          <ac:spMkLst>
            <pc:docMk/>
            <pc:sldMk cId="52010422" sldId="292"/>
            <ac:spMk id="19" creationId="{C29960D5-EB8C-C626-59A8-1796EFA9979E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20" creationId="{182FF1CF-BA38-2EE0-56F9-AA514A618F07}"/>
          </ac:spMkLst>
        </pc:spChg>
        <pc:spChg chg="del">
          <ac:chgData name="Alxndr Klbk" userId="2fbf1057fab386a1" providerId="LiveId" clId="{D49C039B-90AF-43F7-9F99-3242B579CD3E}" dt="2025-12-08T11:40:52.454" v="2921" actId="478"/>
          <ac:spMkLst>
            <pc:docMk/>
            <pc:sldMk cId="52010422" sldId="292"/>
            <ac:spMk id="23" creationId="{7530FDBA-3580-11E6-FDE1-957B7F7578A0}"/>
          </ac:spMkLst>
        </pc:spChg>
        <pc:spChg chg="add mod">
          <ac:chgData name="Alxndr Klbk" userId="2fbf1057fab386a1" providerId="LiveId" clId="{D49C039B-90AF-43F7-9F99-3242B579CD3E}" dt="2025-12-08T11:48:15.436" v="3080" actId="1076"/>
          <ac:spMkLst>
            <pc:docMk/>
            <pc:sldMk cId="52010422" sldId="292"/>
            <ac:spMk id="24" creationId="{BD5CBEA5-9047-56E3-1FF0-45728C6CCB63}"/>
          </ac:spMkLst>
        </pc:spChg>
        <pc:spChg chg="add mod">
          <ac:chgData name="Alxndr Klbk" userId="2fbf1057fab386a1" providerId="LiveId" clId="{D49C039B-90AF-43F7-9F99-3242B579CD3E}" dt="2025-12-08T11:48:15.436" v="3080" actId="1076"/>
          <ac:spMkLst>
            <pc:docMk/>
            <pc:sldMk cId="52010422" sldId="292"/>
            <ac:spMk id="27" creationId="{DB28A4BF-0D42-46C4-3790-D222E7AFD730}"/>
          </ac:spMkLst>
        </pc:spChg>
        <pc:graphicFrameChg chg="mod modGraphic">
          <ac:chgData name="Alxndr Klbk" userId="2fbf1057fab386a1" providerId="LiveId" clId="{D49C039B-90AF-43F7-9F99-3242B579CD3E}" dt="2025-12-08T11:48:15.436" v="3080" actId="1076"/>
          <ac:graphicFrameMkLst>
            <pc:docMk/>
            <pc:sldMk cId="52010422" sldId="292"/>
            <ac:graphicFrameMk id="10" creationId="{9080CC63-D86D-06B6-6F77-1E8D3E8869C3}"/>
          </ac:graphicFrameMkLst>
        </pc:graphicFrameChg>
        <pc:picChg chg="add del mod">
          <ac:chgData name="Alxndr Klbk" userId="2fbf1057fab386a1" providerId="LiveId" clId="{D49C039B-90AF-43F7-9F99-3242B579CD3E}" dt="2025-12-08T11:42:09.468" v="2943" actId="478"/>
          <ac:picMkLst>
            <pc:docMk/>
            <pc:sldMk cId="52010422" sldId="292"/>
            <ac:picMk id="16" creationId="{CBCDE959-451D-4F96-9717-92378AFF8FB8}"/>
          </ac:picMkLst>
        </pc:picChg>
        <pc:cxnChg chg="add mod">
          <ac:chgData name="Alxndr Klbk" userId="2fbf1057fab386a1" providerId="LiveId" clId="{D49C039B-90AF-43F7-9F99-3242B579CD3E}" dt="2025-12-08T11:48:15.436" v="3080" actId="1076"/>
          <ac:cxnSpMkLst>
            <pc:docMk/>
            <pc:sldMk cId="52010422" sldId="292"/>
            <ac:cxnSpMk id="22" creationId="{B8E3773F-E234-0C4F-6D05-8DA22AFEE588}"/>
          </ac:cxnSpMkLst>
        </pc:cxnChg>
        <pc:cxnChg chg="add mod">
          <ac:chgData name="Alxndr Klbk" userId="2fbf1057fab386a1" providerId="LiveId" clId="{D49C039B-90AF-43F7-9F99-3242B579CD3E}" dt="2025-12-08T11:48:15.436" v="3080" actId="1076"/>
          <ac:cxnSpMkLst>
            <pc:docMk/>
            <pc:sldMk cId="52010422" sldId="292"/>
            <ac:cxnSpMk id="26" creationId="{5B0882CC-87E4-01FA-F876-22C2C2052749}"/>
          </ac:cxnSpMkLst>
        </pc:cxnChg>
      </pc:sldChg>
      <pc:sldChg chg="addSp delSp modSp add mod">
        <pc:chgData name="Alxndr Klbk" userId="2fbf1057fab386a1" providerId="LiveId" clId="{D49C039B-90AF-43F7-9F99-3242B579CD3E}" dt="2025-12-08T11:52:29.597" v="3247" actId="1076"/>
        <pc:sldMkLst>
          <pc:docMk/>
          <pc:sldMk cId="2711567352" sldId="293"/>
        </pc:sldMkLst>
        <pc:spChg chg="add mod">
          <ac:chgData name="Alxndr Klbk" userId="2fbf1057fab386a1" providerId="LiveId" clId="{D49C039B-90AF-43F7-9F99-3242B579CD3E}" dt="2025-12-08T11:52:29.597" v="3247" actId="1076"/>
          <ac:spMkLst>
            <pc:docMk/>
            <pc:sldMk cId="2711567352" sldId="293"/>
            <ac:spMk id="3" creationId="{AFF32C4E-344B-C7EA-9F9F-73A0174DA646}"/>
          </ac:spMkLst>
        </pc:spChg>
        <pc:picChg chg="mod">
          <ac:chgData name="Alxndr Klbk" userId="2fbf1057fab386a1" providerId="LiveId" clId="{D49C039B-90AF-43F7-9F99-3242B579CD3E}" dt="2025-12-08T11:52:27.087" v="3246" actId="14100"/>
          <ac:picMkLst>
            <pc:docMk/>
            <pc:sldMk cId="2711567352" sldId="293"/>
            <ac:picMk id="7" creationId="{D689A25D-1BAA-8A9A-110C-7A6471BB06C0}"/>
          </ac:picMkLst>
        </pc:picChg>
        <pc:picChg chg="add del mod">
          <ac:chgData name="Alxndr Klbk" userId="2fbf1057fab386a1" providerId="LiveId" clId="{D49C039B-90AF-43F7-9F99-3242B579CD3E}" dt="2025-12-08T11:52:24.463" v="3245" actId="21"/>
          <ac:picMkLst>
            <pc:docMk/>
            <pc:sldMk cId="2711567352" sldId="293"/>
            <ac:picMk id="8" creationId="{2D8796AA-97B7-001D-AA0D-4ECFB76346FB}"/>
          </ac:picMkLst>
        </pc:picChg>
      </pc:sldChg>
      <pc:sldChg chg="addSp delSp modSp add mod">
        <pc:chgData name="Alxndr Klbk" userId="2fbf1057fab386a1" providerId="LiveId" clId="{D49C039B-90AF-43F7-9F99-3242B579CD3E}" dt="2025-12-08T11:52:39.552" v="3252"/>
        <pc:sldMkLst>
          <pc:docMk/>
          <pc:sldMk cId="2110454557" sldId="294"/>
        </pc:sldMkLst>
        <pc:spChg chg="mod">
          <ac:chgData name="Alxndr Klbk" userId="2fbf1057fab386a1" providerId="LiveId" clId="{D49C039B-90AF-43F7-9F99-3242B579CD3E}" dt="2025-12-08T11:52:37.528" v="3251" actId="20577"/>
          <ac:spMkLst>
            <pc:docMk/>
            <pc:sldMk cId="2110454557" sldId="294"/>
            <ac:spMk id="3" creationId="{8B0E6C19-9DAE-67C9-F5F4-15AFD4BA542A}"/>
          </ac:spMkLst>
        </pc:spChg>
        <pc:picChg chg="del">
          <ac:chgData name="Alxndr Klbk" userId="2fbf1057fab386a1" providerId="LiveId" clId="{D49C039B-90AF-43F7-9F99-3242B579CD3E}" dt="2025-12-08T11:52:34.654" v="3249" actId="478"/>
          <ac:picMkLst>
            <pc:docMk/>
            <pc:sldMk cId="2110454557" sldId="294"/>
            <ac:picMk id="7" creationId="{B62F4569-FAF4-9616-895C-101FDBC28DCD}"/>
          </ac:picMkLst>
        </pc:picChg>
        <pc:picChg chg="add mod">
          <ac:chgData name="Alxndr Klbk" userId="2fbf1057fab386a1" providerId="LiveId" clId="{D49C039B-90AF-43F7-9F99-3242B579CD3E}" dt="2025-12-08T11:52:39.552" v="3252"/>
          <ac:picMkLst>
            <pc:docMk/>
            <pc:sldMk cId="2110454557" sldId="294"/>
            <ac:picMk id="8" creationId="{9F5847F8-0179-BE6B-A10B-C53854F6DC23}"/>
          </ac:picMkLst>
        </pc:picChg>
      </pc:sldChg>
      <pc:sldChg chg="addSp delSp modSp add mod">
        <pc:chgData name="Alxndr Klbk" userId="2fbf1057fab386a1" providerId="LiveId" clId="{D49C039B-90AF-43F7-9F99-3242B579CD3E}" dt="2025-12-08T11:52:58.520" v="3257"/>
        <pc:sldMkLst>
          <pc:docMk/>
          <pc:sldMk cId="2965178356" sldId="295"/>
        </pc:sldMkLst>
        <pc:spChg chg="mod">
          <ac:chgData name="Alxndr Klbk" userId="2fbf1057fab386a1" providerId="LiveId" clId="{D49C039B-90AF-43F7-9F99-3242B579CD3E}" dt="2025-12-08T11:52:53.637" v="3255" actId="20577"/>
          <ac:spMkLst>
            <pc:docMk/>
            <pc:sldMk cId="2965178356" sldId="295"/>
            <ac:spMk id="3" creationId="{D0D5C773-04DC-1E45-E05D-7D81CEF36407}"/>
          </ac:spMkLst>
        </pc:spChg>
        <pc:picChg chg="add mod">
          <ac:chgData name="Alxndr Klbk" userId="2fbf1057fab386a1" providerId="LiveId" clId="{D49C039B-90AF-43F7-9F99-3242B579CD3E}" dt="2025-12-08T11:52:58.520" v="3257"/>
          <ac:picMkLst>
            <pc:docMk/>
            <pc:sldMk cId="2965178356" sldId="295"/>
            <ac:picMk id="7" creationId="{FBE46983-B525-05BD-16B0-83BF2207B6DB}"/>
          </ac:picMkLst>
        </pc:picChg>
        <pc:picChg chg="del">
          <ac:chgData name="Alxndr Klbk" userId="2fbf1057fab386a1" providerId="LiveId" clId="{D49C039B-90AF-43F7-9F99-3242B579CD3E}" dt="2025-12-08T11:52:57.126" v="3256" actId="478"/>
          <ac:picMkLst>
            <pc:docMk/>
            <pc:sldMk cId="2965178356" sldId="295"/>
            <ac:picMk id="8" creationId="{CE1A4CF5-549F-6C3A-7D21-25FB3F3DCD35}"/>
          </ac:picMkLst>
        </pc:picChg>
      </pc:sldChg>
      <pc:sldChg chg="delSp modSp add mod">
        <pc:chgData name="Alxndr Klbk" userId="2fbf1057fab386a1" providerId="LiveId" clId="{D49C039B-90AF-43F7-9F99-3242B579CD3E}" dt="2025-12-08T11:54:28.795" v="3282" actId="207"/>
        <pc:sldMkLst>
          <pc:docMk/>
          <pc:sldMk cId="4135370623" sldId="296"/>
        </pc:sldMkLst>
        <pc:spChg chg="del">
          <ac:chgData name="Alxndr Klbk" userId="2fbf1057fab386a1" providerId="LiveId" clId="{D49C039B-90AF-43F7-9F99-3242B579CD3E}" dt="2025-12-08T11:53:48.496" v="3270" actId="478"/>
          <ac:spMkLst>
            <pc:docMk/>
            <pc:sldMk cId="4135370623" sldId="296"/>
            <ac:spMk id="3" creationId="{D999AD6D-6890-A120-9707-B7B85EC160BD}"/>
          </ac:spMkLst>
        </pc:spChg>
        <pc:spChg chg="mod">
          <ac:chgData name="Alxndr Klbk" userId="2fbf1057fab386a1" providerId="LiveId" clId="{D49C039B-90AF-43F7-9F99-3242B579CD3E}" dt="2025-12-08T11:54:28.795" v="3282" actId="207"/>
          <ac:spMkLst>
            <pc:docMk/>
            <pc:sldMk cId="4135370623" sldId="296"/>
            <ac:spMk id="14" creationId="{0CD6DB45-2B69-2F4F-F993-9DE50310DDC0}"/>
          </ac:spMkLst>
        </pc:spChg>
        <pc:picChg chg="del">
          <ac:chgData name="Alxndr Klbk" userId="2fbf1057fab386a1" providerId="LiveId" clId="{D49C039B-90AF-43F7-9F99-3242B579CD3E}" dt="2025-12-08T11:53:48.496" v="3270" actId="478"/>
          <ac:picMkLst>
            <pc:docMk/>
            <pc:sldMk cId="4135370623" sldId="296"/>
            <ac:picMk id="7" creationId="{142D7690-4667-3888-8A9F-2E45092070D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BD237-52E8-4D53-B2C0-3CE06DB00FFF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143000"/>
            <a:ext cx="43656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5FF044-2632-4A57-94AD-BD677B55044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342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55911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28025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80275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1684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82065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4057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07881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93126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FE3CD9-9317-64DE-AAF3-B2B89C92E8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0154429-C169-485B-D268-1E6611F0BD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1C7FCFC-23E8-AA2A-0A1F-9A94189A33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420E516-1B2B-D5E3-80CC-E9679914F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60839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071010-1EDD-1A81-CF7B-FB55F78BD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126904C-9176-D7FC-905A-5E5367772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17D2345-559D-047A-B369-7E1FA86698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E0F29D8-E38A-ABF4-9D5D-1358E51D2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44664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0C959-2884-FBAE-29F3-40FFBCD0C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2E08065-5F45-0F3B-10A1-B4E44FB74E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37795B0-DFCA-DB5A-F45D-23B680AB2C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461C94-B7D3-4355-1A9C-1C023FFCF9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4218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5FF044-2632-4A57-94AD-BD677B550448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0342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2005" y="1237457"/>
            <a:ext cx="9089390" cy="263244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700"/>
            </a:lvl1pPr>
            <a:lvl2pPr marL="521528" indent="0" algn="ctr">
              <a:buNone/>
              <a:defRPr sz="2300"/>
            </a:lvl2pPr>
            <a:lvl3pPr marL="1043056" indent="0" algn="ctr">
              <a:buNone/>
              <a:defRPr sz="2100"/>
            </a:lvl3pPr>
            <a:lvl4pPr marL="1564584" indent="0" algn="ctr">
              <a:buNone/>
              <a:defRPr sz="1800"/>
            </a:lvl4pPr>
            <a:lvl5pPr marL="2086112" indent="0" algn="ctr">
              <a:buNone/>
              <a:defRPr sz="1800"/>
            </a:lvl5pPr>
            <a:lvl6pPr marL="2607640" indent="0" algn="ctr">
              <a:buNone/>
              <a:defRPr sz="1800"/>
            </a:lvl6pPr>
            <a:lvl7pPr marL="3129168" indent="0" algn="ctr">
              <a:buNone/>
              <a:defRPr sz="1800"/>
            </a:lvl7pPr>
            <a:lvl8pPr marL="3650696" indent="0" algn="ctr">
              <a:buNone/>
              <a:defRPr sz="1800"/>
            </a:lvl8pPr>
            <a:lvl9pPr marL="4172224" indent="0" algn="ctr">
              <a:buNone/>
              <a:defRPr sz="18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80952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6238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/>
                </a:solidFill>
              </a:defRPr>
            </a:lvl1pPr>
            <a:lvl2pPr marL="521528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43056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56458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8611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60764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12916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50696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722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2103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3682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21528" indent="0">
              <a:buNone/>
              <a:defRPr sz="2300" b="1"/>
            </a:lvl2pPr>
            <a:lvl3pPr marL="1043056" indent="0">
              <a:buNone/>
              <a:defRPr sz="2100" b="1"/>
            </a:lvl3pPr>
            <a:lvl4pPr marL="1564584" indent="0">
              <a:buNone/>
              <a:defRPr sz="1800" b="1"/>
            </a:lvl4pPr>
            <a:lvl5pPr marL="2086112" indent="0">
              <a:buNone/>
              <a:defRPr sz="1800" b="1"/>
            </a:lvl5pPr>
            <a:lvl6pPr marL="2607640" indent="0">
              <a:buNone/>
              <a:defRPr sz="1800" b="1"/>
            </a:lvl6pPr>
            <a:lvl7pPr marL="3129168" indent="0">
              <a:buNone/>
              <a:defRPr sz="1800" b="1"/>
            </a:lvl7pPr>
            <a:lvl8pPr marL="3650696" indent="0">
              <a:buNone/>
              <a:defRPr sz="1800" b="1"/>
            </a:lvl8pPr>
            <a:lvl9pPr marL="4172224" indent="0">
              <a:buNone/>
              <a:defRPr sz="18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19004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9279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71067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3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800"/>
            </a:lvl1pPr>
            <a:lvl2pPr marL="521528" indent="0">
              <a:buNone/>
              <a:defRPr sz="1600"/>
            </a:lvl2pPr>
            <a:lvl3pPr marL="1043056" indent="0">
              <a:buNone/>
              <a:defRPr sz="1400"/>
            </a:lvl3pPr>
            <a:lvl4pPr marL="1564584" indent="0">
              <a:buNone/>
              <a:defRPr sz="1100"/>
            </a:lvl4pPr>
            <a:lvl5pPr marL="2086112" indent="0">
              <a:buNone/>
              <a:defRPr sz="1100"/>
            </a:lvl5pPr>
            <a:lvl6pPr marL="2607640" indent="0">
              <a:buNone/>
              <a:defRPr sz="1100"/>
            </a:lvl6pPr>
            <a:lvl7pPr marL="3129168" indent="0">
              <a:buNone/>
              <a:defRPr sz="1100"/>
            </a:lvl7pPr>
            <a:lvl8pPr marL="3650696" indent="0">
              <a:buNone/>
              <a:defRPr sz="1100"/>
            </a:lvl8pPr>
            <a:lvl9pPr marL="4172224" indent="0">
              <a:buNone/>
              <a:defRPr sz="1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006818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37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 anchor="t"/>
          <a:lstStyle>
            <a:lvl1pPr marL="0" indent="0">
              <a:buNone/>
              <a:defRPr sz="3700"/>
            </a:lvl1pPr>
            <a:lvl2pPr marL="521528" indent="0">
              <a:buNone/>
              <a:defRPr sz="3200"/>
            </a:lvl2pPr>
            <a:lvl3pPr marL="1043056" indent="0">
              <a:buNone/>
              <a:defRPr sz="2700"/>
            </a:lvl3pPr>
            <a:lvl4pPr marL="1564584" indent="0">
              <a:buNone/>
              <a:defRPr sz="2300"/>
            </a:lvl4pPr>
            <a:lvl5pPr marL="2086112" indent="0">
              <a:buNone/>
              <a:defRPr sz="2300"/>
            </a:lvl5pPr>
            <a:lvl6pPr marL="2607640" indent="0">
              <a:buNone/>
              <a:defRPr sz="2300"/>
            </a:lvl6pPr>
            <a:lvl7pPr marL="3129168" indent="0">
              <a:buNone/>
              <a:defRPr sz="2300"/>
            </a:lvl7pPr>
            <a:lvl8pPr marL="3650696" indent="0">
              <a:buNone/>
              <a:defRPr sz="2300"/>
            </a:lvl8pPr>
            <a:lvl9pPr marL="4172224" indent="0">
              <a:buNone/>
              <a:defRPr sz="23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800"/>
            </a:lvl1pPr>
            <a:lvl2pPr marL="521528" indent="0">
              <a:buNone/>
              <a:defRPr sz="1600"/>
            </a:lvl2pPr>
            <a:lvl3pPr marL="1043056" indent="0">
              <a:buNone/>
              <a:defRPr sz="1400"/>
            </a:lvl3pPr>
            <a:lvl4pPr marL="1564584" indent="0">
              <a:buNone/>
              <a:defRPr sz="1100"/>
            </a:lvl4pPr>
            <a:lvl5pPr marL="2086112" indent="0">
              <a:buNone/>
              <a:defRPr sz="1100"/>
            </a:lvl5pPr>
            <a:lvl6pPr marL="2607640" indent="0">
              <a:buNone/>
              <a:defRPr sz="1100"/>
            </a:lvl6pPr>
            <a:lvl7pPr marL="3129168" indent="0">
              <a:buNone/>
              <a:defRPr sz="1100"/>
            </a:lvl7pPr>
            <a:lvl8pPr marL="3650696" indent="0">
              <a:buNone/>
              <a:defRPr sz="1100"/>
            </a:lvl8pPr>
            <a:lvl9pPr marL="4172224" indent="0">
              <a:buNone/>
              <a:defRPr sz="11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1564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678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057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052313-9091-4C76-A5F9-A9D3259EC5F2}" type="datetimeFigureOut">
              <a:rPr lang="ru-RU" smtClean="0"/>
              <a:t>08.12.2025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C598DF-39CE-4AEC-A29A-A2FE2CD284A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41957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043056" rtl="0" eaLnBrk="1" latinLnBrk="0" hangingPunct="1">
        <a:lnSpc>
          <a:spcPct val="90000"/>
        </a:lnSpc>
        <a:spcBef>
          <a:spcPct val="0"/>
        </a:spcBef>
        <a:buNone/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0764" indent="-260764" algn="l" defTabSz="1043056" rtl="0" eaLnBrk="1" latinLnBrk="0" hangingPunct="1">
        <a:lnSpc>
          <a:spcPct val="90000"/>
        </a:lnSpc>
        <a:spcBef>
          <a:spcPts val="1141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82292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03820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25348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346876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868404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389932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911460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432988" indent="-260764" algn="l" defTabSz="1043056" rtl="0" eaLnBrk="1" latinLnBrk="0" hangingPunct="1">
        <a:lnSpc>
          <a:spcPct val="90000"/>
        </a:lnSpc>
        <a:spcBef>
          <a:spcPts val="57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152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4305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6458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086112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07640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9168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50696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172224" algn="l" defTabSz="1043056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emf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3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3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4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4.png"/><Relationship Id="rId9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/>
          <p:cNvSpPr>
            <a:spLocks noGrp="1"/>
          </p:cNvSpPr>
          <p:nvPr>
            <p:ph type="ctrTitle"/>
          </p:nvPr>
        </p:nvSpPr>
        <p:spPr>
          <a:xfrm>
            <a:off x="809784" y="3485271"/>
            <a:ext cx="10037285" cy="1392921"/>
          </a:xfrm>
        </p:spPr>
        <p:txBody>
          <a:bodyPr>
            <a:noAutofit/>
          </a:bodyPr>
          <a:lstStyle/>
          <a:p>
            <a:pPr algn="l"/>
            <a:r>
              <a:rPr lang="ru-RU" sz="3800" dirty="0">
                <a:latin typeface="Fira Sans ExtraLight" panose="020B0403050000020004" pitchFamily="34" charset="0"/>
              </a:rPr>
              <a:t>Методика физико-математического моделирования процессов тепломассопереноса в пластах с условиями образования гидратов</a:t>
            </a:r>
          </a:p>
        </p:txBody>
      </p:sp>
      <p:sp>
        <p:nvSpPr>
          <p:cNvPr id="4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09785" y="5347538"/>
            <a:ext cx="9459271" cy="863562"/>
          </a:xfrm>
        </p:spPr>
        <p:txBody>
          <a:bodyPr>
            <a:noAutofit/>
          </a:bodyPr>
          <a:lstStyle/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Колбеко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А.Б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Ганопольский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Р.М.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8452" y="490502"/>
            <a:ext cx="3064449" cy="1848838"/>
          </a:xfrm>
          <a:prstGeom prst="rect">
            <a:avLst/>
          </a:prstGeom>
        </p:spPr>
      </p:pic>
      <p:cxnSp>
        <p:nvCxnSpPr>
          <p:cNvPr id="6" name="Прямая соединительная линия 5"/>
          <p:cNvCxnSpPr/>
          <p:nvPr/>
        </p:nvCxnSpPr>
        <p:spPr>
          <a:xfrm>
            <a:off x="1108452" y="5044440"/>
            <a:ext cx="5589528" cy="0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Рисунок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2884" y="490502"/>
            <a:ext cx="3337322" cy="632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584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Проблема</a:t>
            </a:r>
          </a:p>
        </p:txBody>
      </p:sp>
      <p:sp>
        <p:nvSpPr>
          <p:cNvPr id="15" name="Подзаголовок 2"/>
          <p:cNvSpPr txBox="1">
            <a:spLocks/>
          </p:cNvSpPr>
          <p:nvPr/>
        </p:nvSpPr>
        <p:spPr>
          <a:xfrm>
            <a:off x="355181" y="1437718"/>
            <a:ext cx="9783667" cy="948430"/>
          </a:xfrm>
          <a:prstGeom prst="rect">
            <a:avLst/>
          </a:prstGeom>
        </p:spPr>
        <p:txBody>
          <a:bodyPr vert="horz" lIns="104306" tIns="52153" rIns="104306" bIns="52153" rtlCol="0">
            <a:normAutofit fontScale="925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dirty="0"/>
              <a:t>Вовлечение в разработку залежей с аномальными термобарическими условиями – актуальный вызов для нефтегазовой отрасли.</a:t>
            </a:r>
          </a:p>
        </p:txBody>
      </p:sp>
      <p:pic>
        <p:nvPicPr>
          <p:cNvPr id="1208" name="Рисунок 1207">
            <a:extLst>
              <a:ext uri="{FF2B5EF4-FFF2-40B4-BE49-F238E27FC236}">
                <a16:creationId xmlns:a16="http://schemas.microsoft.com/office/drawing/2014/main" id="{BE539FFE-5172-4A37-5DCA-321B21A60D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7922" y="2274049"/>
            <a:ext cx="6698186" cy="4976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579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Проблема</a:t>
            </a:r>
          </a:p>
        </p:txBody>
      </p:sp>
      <p:sp>
        <p:nvSpPr>
          <p:cNvPr id="15" name="Подзаголовок 2"/>
          <p:cNvSpPr txBox="1">
            <a:spLocks/>
          </p:cNvSpPr>
          <p:nvPr/>
        </p:nvSpPr>
        <p:spPr>
          <a:xfrm>
            <a:off x="245856" y="1960739"/>
            <a:ext cx="10201688" cy="5036643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ru-RU" sz="1800" b="1" dirty="0"/>
              <a:t>Традиционные методы моделирования разработки</a:t>
            </a:r>
            <a:r>
              <a:rPr lang="en-US" sz="1800" b="1" dirty="0"/>
              <a:t>:</a:t>
            </a:r>
            <a:endParaRPr lang="ru-RU" sz="1800" b="1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Гидродинамическое моделирование (</a:t>
            </a:r>
            <a:r>
              <a:rPr lang="en-US" sz="1800" dirty="0"/>
              <a:t>Black Oil)</a:t>
            </a:r>
            <a:endParaRPr lang="ru-RU" sz="1800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Гидродинамическое моделирование (</a:t>
            </a:r>
            <a:r>
              <a:rPr lang="en-US" sz="1800" dirty="0"/>
              <a:t>Compositional model)</a:t>
            </a:r>
            <a:endParaRPr lang="ru-RU" sz="1800" dirty="0"/>
          </a:p>
          <a:p>
            <a:pPr marL="342900" indent="-342900" algn="just">
              <a:buFontTx/>
              <a:buChar char="-"/>
            </a:pPr>
            <a:r>
              <a:rPr lang="ru-RU" sz="1800" dirty="0"/>
              <a:t>Прокси-модели (</a:t>
            </a:r>
            <a:r>
              <a:rPr lang="en-US" sz="1800" dirty="0"/>
              <a:t>material balance, ARCHER</a:t>
            </a:r>
            <a:r>
              <a:rPr lang="ru-RU" sz="1800" dirty="0"/>
              <a:t>)</a:t>
            </a:r>
          </a:p>
          <a:p>
            <a:pPr marL="342900" indent="-342900" algn="just">
              <a:buFontTx/>
              <a:buChar char="-"/>
            </a:pPr>
            <a:r>
              <a:rPr lang="ru-RU" sz="1800" dirty="0"/>
              <a:t>Модели на основе линий тока </a:t>
            </a:r>
            <a:r>
              <a:rPr lang="en-US" sz="1800" dirty="0"/>
              <a:t>(streamline-based simulators)</a:t>
            </a:r>
            <a:endParaRPr lang="ru-RU" sz="1800" dirty="0"/>
          </a:p>
          <a:p>
            <a:pPr algn="just"/>
            <a:endParaRPr lang="en-US" sz="1800" dirty="0"/>
          </a:p>
          <a:p>
            <a:pPr algn="just"/>
            <a:r>
              <a:rPr lang="ru-RU" sz="1800" b="1" dirty="0"/>
              <a:t>Прикладная проблема</a:t>
            </a:r>
            <a:r>
              <a:rPr lang="en-US" sz="1800" dirty="0"/>
              <a:t>: </a:t>
            </a:r>
            <a:r>
              <a:rPr lang="ru-RU" sz="1800" dirty="0"/>
              <a:t>эксплуатация скважин на месторождениях с аномальными пластовыми давлениями и температурами сопровождается вынужденными остановки и проведением ГТМ для ликвидации последствий</a:t>
            </a:r>
            <a:r>
              <a:rPr lang="en-US" sz="1800" dirty="0"/>
              <a:t>, </a:t>
            </a:r>
            <a:r>
              <a:rPr lang="ru-RU" sz="1800" dirty="0"/>
              <a:t>что снижает рентабельность и вызывает дополнительные операционные расходы.</a:t>
            </a:r>
          </a:p>
          <a:p>
            <a:pPr algn="just"/>
            <a:r>
              <a:rPr lang="ru-RU" sz="1800" b="1" dirty="0"/>
              <a:t>Научная проблема</a:t>
            </a:r>
            <a:r>
              <a:rPr lang="en-US" sz="1800" b="1" dirty="0"/>
              <a:t>:</a:t>
            </a:r>
            <a:r>
              <a:rPr lang="ru-RU" sz="1800" b="1" dirty="0"/>
              <a:t> </a:t>
            </a:r>
            <a:r>
              <a:rPr lang="ru-RU" sz="1800" dirty="0"/>
              <a:t>Отсутствие физико-математических</a:t>
            </a:r>
            <a:r>
              <a:rPr lang="ru-RU" sz="1800" b="1" dirty="0"/>
              <a:t> </a:t>
            </a:r>
            <a:r>
              <a:rPr lang="ru-RU" sz="1800" dirty="0"/>
              <a:t>моделей</a:t>
            </a:r>
            <a:r>
              <a:rPr lang="en-US" sz="1800" dirty="0"/>
              <a:t>, </a:t>
            </a:r>
            <a:r>
              <a:rPr lang="ru-RU" sz="1800" dirty="0"/>
              <a:t>алгоритмов</a:t>
            </a:r>
            <a:r>
              <a:rPr lang="en-US" sz="1800" dirty="0"/>
              <a:t>, </a:t>
            </a:r>
            <a:r>
              <a:rPr lang="ru-RU" sz="1800" dirty="0"/>
              <a:t>программных комплексов для моделирования процессов тепломассопереноса в газовых и газоконденсатных пластах с аномальными термобарическими условиями с учетом падения ФЭС призабойной зоны вследствие образования газовых гидратов.</a:t>
            </a:r>
          </a:p>
        </p:txBody>
      </p:sp>
    </p:spTree>
    <p:extLst>
      <p:ext uri="{BB962C8B-B14F-4D97-AF65-F5344CB8AC3E}">
        <p14:creationId xmlns:p14="http://schemas.microsoft.com/office/powerpoint/2010/main" val="2741118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Цели и задачи</a:t>
            </a:r>
          </a:p>
        </p:txBody>
      </p:sp>
      <p:sp>
        <p:nvSpPr>
          <p:cNvPr id="15" name="Подзаголовок 2"/>
          <p:cNvSpPr txBox="1">
            <a:spLocks/>
          </p:cNvSpPr>
          <p:nvPr/>
        </p:nvSpPr>
        <p:spPr>
          <a:xfrm>
            <a:off x="0" y="1736439"/>
            <a:ext cx="10693400" cy="2979251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457200" algn="l">
              <a:spcBef>
                <a:spcPts val="600"/>
              </a:spcBef>
            </a:pPr>
            <a:r>
              <a:rPr lang="ru-RU" sz="1800" b="1" dirty="0"/>
              <a:t>Цель</a:t>
            </a:r>
            <a:r>
              <a:rPr lang="en-US" sz="1800" dirty="0"/>
              <a:t>: </a:t>
            </a:r>
            <a:r>
              <a:rPr lang="ru-RU" sz="1800" dirty="0"/>
              <a:t>Исследовать, разработать и </a:t>
            </a:r>
            <a:r>
              <a:rPr lang="ru-RU" sz="1800" dirty="0" err="1"/>
              <a:t>программно</a:t>
            </a:r>
            <a:r>
              <a:rPr lang="ru-RU" sz="1800" dirty="0"/>
              <a:t> реализовать метод для моделирования процессов тепломассопереноса в газовых и газоконденсатных пластах с аномальными термобарическими условиями с учетом падения ФЭС призабойной зоны за счет образования газовых гидратов</a:t>
            </a:r>
            <a:r>
              <a:rPr lang="en-US" sz="1800" dirty="0"/>
              <a:t>.</a:t>
            </a:r>
          </a:p>
          <a:p>
            <a:pPr indent="457200" algn="l">
              <a:spcBef>
                <a:spcPts val="600"/>
              </a:spcBef>
            </a:pPr>
            <a:r>
              <a:rPr lang="ru-RU" sz="1800" b="1" dirty="0"/>
              <a:t>Задачи</a:t>
            </a:r>
            <a:r>
              <a:rPr lang="en-US" sz="1800" dirty="0"/>
              <a:t>:</a:t>
            </a:r>
            <a:endParaRPr lang="ru-RU" sz="1800" dirty="0"/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Проведение численных экспериментов по моделированию залежей с аномальными термобарическими условиями с применением существующих программных комплексов.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Разработка метода физико-математического моделирования фильтрации с учетом образования газовых гидратов в призабойной зоне скважины.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Разработка программного комплекса для численного решение предлагаемой физико-математической модели.</a:t>
            </a:r>
          </a:p>
          <a:p>
            <a:pPr marL="457200" indent="-457200" algn="l">
              <a:spcBef>
                <a:spcPts val="600"/>
              </a:spcBef>
              <a:buFont typeface="+mj-lt"/>
              <a:buAutoNum type="arabicPeriod"/>
            </a:pPr>
            <a:r>
              <a:rPr lang="ru-RU" sz="1800" dirty="0"/>
              <a:t>Верификация разработанного программного комплекса путем моделирования динамики работы скважин и сопоставления с фактическими профилями добычи, существующими программными комплексами.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FCEF742-15E9-D995-8322-E3D96267F9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8498" y="5536276"/>
            <a:ext cx="6995541" cy="1932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180432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Положения на защиту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299241-8A12-BF94-03DF-853CABC2F2F2}"/>
              </a:ext>
            </a:extLst>
          </p:cNvPr>
          <p:cNvSpPr txBox="1"/>
          <p:nvPr/>
        </p:nvSpPr>
        <p:spPr>
          <a:xfrm>
            <a:off x="460177" y="2117983"/>
            <a:ext cx="944761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AutoNum type="arabicParenR"/>
            </a:pPr>
            <a:r>
              <a:rPr lang="ru-RU" sz="1800" dirty="0"/>
              <a:t>Метод математического моделирования процесса тепломассопереноса в газовых и газоконденсатных пластах с аномальными термобарическими условиями с учетом падения ФЭС призабойной зоны за счет образования газовых гидратов.</a:t>
            </a:r>
          </a:p>
          <a:p>
            <a:pPr marL="342900" indent="-342900" algn="just">
              <a:buAutoNum type="arabicParenR"/>
            </a:pPr>
            <a:endParaRPr lang="ru-RU" sz="1800" dirty="0"/>
          </a:p>
          <a:p>
            <a:pPr algn="just"/>
            <a:r>
              <a:rPr lang="ru-RU" sz="1800" dirty="0"/>
              <a:t>2) Метод численного решения системы описывающей процесс фильтрации пластового флюида с учетом вычисления фазового равновесия (совместно с дополнительными внутренними итерациями для шага решения системы ДУ с ЧП по определению термодинамического состояния пластового флюида и образования газового гидрата). </a:t>
            </a:r>
          </a:p>
          <a:p>
            <a:pPr algn="just"/>
            <a:endParaRPr lang="ru-RU" sz="1800" dirty="0"/>
          </a:p>
          <a:p>
            <a:pPr algn="just"/>
            <a:r>
              <a:rPr lang="ru-RU" sz="1800" dirty="0"/>
              <a:t>3) </a:t>
            </a:r>
            <a:r>
              <a:rPr lang="ru-RU" sz="1800" dirty="0">
                <a:solidFill>
                  <a:srgbClr val="FF0000"/>
                </a:solidFill>
              </a:rPr>
              <a:t>Метод математического моделирования изменения минерализации в призабойной зоне</a:t>
            </a:r>
            <a:r>
              <a:rPr lang="en-US" sz="1800" dirty="0">
                <a:solidFill>
                  <a:srgbClr val="FF0000"/>
                </a:solidFill>
              </a:rPr>
              <a:t>, </a:t>
            </a:r>
            <a:r>
              <a:rPr lang="ru-RU" sz="1800" dirty="0">
                <a:solidFill>
                  <a:srgbClr val="FF0000"/>
                </a:solidFill>
              </a:rPr>
              <a:t> влияние на термодинамическое равновесие пластового флюида.</a:t>
            </a:r>
          </a:p>
          <a:p>
            <a:pPr algn="just"/>
            <a:endParaRPr lang="ru-RU" sz="1800" dirty="0"/>
          </a:p>
          <a:p>
            <a:pPr algn="just"/>
            <a:r>
              <a:rPr lang="ru-RU" sz="1800" dirty="0"/>
              <a:t>4) Программный комплекс, реализующий предлагаемые методы </a:t>
            </a:r>
            <a:r>
              <a:rPr lang="ru-RU" sz="1800" dirty="0" err="1"/>
              <a:t>дл</a:t>
            </a:r>
            <a:r>
              <a:rPr lang="ru-RU" sz="1800" dirty="0"/>
              <a:t> моделирования процессов тепломассопереноса с учетом фазового перехода </a:t>
            </a:r>
            <a:r>
              <a:rPr lang="ru-RU" sz="1800" dirty="0" err="1"/>
              <a:t>пластовыъ</a:t>
            </a:r>
            <a:r>
              <a:rPr lang="ru-RU" sz="1800" dirty="0"/>
              <a:t> флюидов в газовый гидрат</a:t>
            </a:r>
            <a:r>
              <a:rPr lang="en-US" sz="1800" dirty="0"/>
              <a:t>, </a:t>
            </a:r>
            <a:r>
              <a:rPr lang="ru-RU" sz="1800" dirty="0"/>
              <a:t>верификация результатов моделирования на прогноз с историческими данными работы скважин месторождения Х.</a:t>
            </a:r>
          </a:p>
        </p:txBody>
      </p:sp>
    </p:spTree>
    <p:extLst>
      <p:ext uri="{BB962C8B-B14F-4D97-AF65-F5344CB8AC3E}">
        <p14:creationId xmlns:p14="http://schemas.microsoft.com/office/powerpoint/2010/main" val="4218482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Обзор существующих симуляторов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618FFE6-408D-0953-D2CF-135DE3F0E0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4998" y="7168380"/>
            <a:ext cx="888818" cy="392883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6BAF8C80-7DDF-FA55-FBD4-6DF4A013726F}"/>
              </a:ext>
            </a:extLst>
          </p:cNvPr>
          <p:cNvSpPr txBox="1"/>
          <p:nvPr/>
        </p:nvSpPr>
        <p:spPr>
          <a:xfrm>
            <a:off x="376585" y="6220143"/>
            <a:ext cx="1029714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</a:pP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Основная функциональность между наиболее популярными гидродинамическими симуляторами совпадает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выделяется лишь 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CMG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(доступ ограничен ввиду геополитических обстоятельств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 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Ввиду доступности лицензий и схожей функциональности</a:t>
            </a:r>
            <a:r>
              <a:rPr lang="en-US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ru-RU" sz="14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повсеместной распространенности выбор останавливается на </a:t>
            </a:r>
            <a:r>
              <a:rPr lang="en-US" sz="1400" b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tNavigator</a:t>
            </a:r>
            <a:endParaRPr lang="ru-RU" sz="1400" b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Rectangle 113">
            <a:extLst>
              <a:ext uri="{FF2B5EF4-FFF2-40B4-BE49-F238E27FC236}">
                <a16:creationId xmlns:a16="http://schemas.microsoft.com/office/drawing/2014/main" id="{E04867D4-2DC1-C63A-1CEB-C55E754C4328}"/>
              </a:ext>
            </a:extLst>
          </p:cNvPr>
          <p:cNvSpPr/>
          <p:nvPr/>
        </p:nvSpPr>
        <p:spPr>
          <a:xfrm flipH="1">
            <a:off x="134398" y="5944244"/>
            <a:ext cx="2880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106515">
              <a:defRPr/>
            </a:pPr>
            <a:r>
              <a:rPr lang="ru-RU" sz="8000" kern="0" dirty="0">
                <a:solidFill>
                  <a:srgbClr val="EB6C15"/>
                </a:solidFill>
                <a:latin typeface="Book Antiqua" panose="02040602050305030304" pitchFamily="18" charset="0"/>
                <a:cs typeface="Arial" panose="020B0604020202020204" pitchFamily="34" charset="0"/>
              </a:rPr>
              <a:t>!</a:t>
            </a:r>
            <a:endParaRPr lang="en-US" sz="8000" kern="0" dirty="0">
              <a:solidFill>
                <a:srgbClr val="EB6C15"/>
              </a:solidFill>
              <a:latin typeface="Book Antiqua" panose="02040602050305030304" pitchFamily="18" charset="0"/>
              <a:cs typeface="Arial" panose="020B0604020202020204" pitchFamily="34" charset="0"/>
            </a:endParaRPr>
          </a:p>
        </p:txBody>
      </p:sp>
      <p:graphicFrame>
        <p:nvGraphicFramePr>
          <p:cNvPr id="26" name="Таблица 25">
            <a:extLst>
              <a:ext uri="{FF2B5EF4-FFF2-40B4-BE49-F238E27FC236}">
                <a16:creationId xmlns:a16="http://schemas.microsoft.com/office/drawing/2014/main" id="{AA8F7DEA-9F00-CEF4-F8A6-99C07D21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7902248"/>
              </p:ext>
            </p:extLst>
          </p:nvPr>
        </p:nvGraphicFramePr>
        <p:xfrm>
          <a:off x="803289" y="1482737"/>
          <a:ext cx="9086822" cy="4661284"/>
        </p:xfrm>
        <a:graphic>
          <a:graphicData uri="http://schemas.openxmlformats.org/drawingml/2006/table">
            <a:tbl>
              <a:tblPr firstRow="1" firstCol="1" bandRow="1"/>
              <a:tblGrid>
                <a:gridCol w="3265791">
                  <a:extLst>
                    <a:ext uri="{9D8B030D-6E8A-4147-A177-3AD203B41FA5}">
                      <a16:colId xmlns:a16="http://schemas.microsoft.com/office/drawing/2014/main" val="3741022965"/>
                    </a:ext>
                  </a:extLst>
                </a:gridCol>
                <a:gridCol w="5821031">
                  <a:extLst>
                    <a:ext uri="{9D8B030D-6E8A-4147-A177-3AD203B41FA5}">
                      <a16:colId xmlns:a16="http://schemas.microsoft.com/office/drawing/2014/main" val="3130768282"/>
                    </a:ext>
                  </a:extLst>
                </a:gridCol>
              </a:tblGrid>
              <a:tr h="18424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300" b="1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Название симулятора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ru-RU" sz="1300" b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Поддержка моделей и методов</a:t>
                      </a:r>
                      <a:endParaRPr lang="ru-RU" sz="10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D9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7921043"/>
                  </a:ext>
                </a:extLst>
              </a:tr>
              <a:tr h="95797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ECLIPSE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поддержка моделей двойной пористости и двойной проницаемости, моделирование взаимодействия между матрицей и трещинами через параметры обмена флюидами,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позволяет определяют условия стабильности газовых гидратов.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2854830"/>
                  </a:ext>
                </a:extLst>
              </a:tr>
              <a:tr h="12897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CMG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поддержка моделей двойной пористости и проницаемости, возможность моделирования трещиноватых коллекторов, включая естественную и индуцированную трещиноватость,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сложные задачи с моделирование термальных процессов (специфика сланцевых залежей Канады)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Вычисление условий, при которых гидраты могут образовываться в призабойной зоне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условия накопления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188370"/>
                  </a:ext>
                </a:extLst>
              </a:tr>
              <a:tr h="112775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tNavigator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Есть высокопроизводительный решатель для больших моделей месторождений, полная поддержка моделей DP-DK, есть возможность работы с трещинами различной природы (естественные, гидроразрыв пласта), тепловые методы воздействия SAGD,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VAPEX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BUTEX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CSS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ISC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индикация </a:t>
                      </a:r>
                      <a:r>
                        <a:rPr lang="ru-RU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гидратобразования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ru-RU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76132830"/>
                  </a:ext>
                </a:extLst>
              </a:tr>
              <a:tr h="2067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sz="10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buNone/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Tempest</a:t>
                      </a:r>
                      <a:endParaRPr lang="ru-RU" sz="13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Специализация на моделировании пластовых систем с акцентом на интеграцию с геологическими моделями (</a:t>
                      </a:r>
                      <a:r>
                        <a:rPr lang="en-US" sz="13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Roxar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RMS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Поддерживает модель “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Black Oil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", Композиционные модели и различные термические процессы (так же ).</a:t>
                      </a: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3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базовыми возможностями, такими как учет термодинамических условий и простых моделей блокировки потока</a:t>
                      </a:r>
                    </a:p>
                  </a:txBody>
                  <a:tcPr marL="61681" marR="61681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48881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4005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70000" lnSpcReduction="2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Пользовательские плагины в симуляторы для расширения функциональности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7E63C09-887A-8F5F-B3E7-D0E92FD2E0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1426" y="4722798"/>
            <a:ext cx="3671039" cy="231155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0ACA457-8073-565B-3D2C-D0B075638A1D}"/>
              </a:ext>
            </a:extLst>
          </p:cNvPr>
          <p:cNvSpPr txBox="1"/>
          <p:nvPr/>
        </p:nvSpPr>
        <p:spPr>
          <a:xfrm>
            <a:off x="535576" y="1804006"/>
            <a:ext cx="9450972" cy="23544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Согласно документации</a:t>
            </a:r>
            <a:r>
              <a:rPr lang="en-US" dirty="0"/>
              <a:t>, </a:t>
            </a:r>
            <a:r>
              <a:rPr lang="en-US" dirty="0" err="1"/>
              <a:t>tNavigator</a:t>
            </a:r>
            <a:r>
              <a:rPr lang="en-US" dirty="0"/>
              <a:t> </a:t>
            </a:r>
            <a:r>
              <a:rPr lang="ru-RU" dirty="0"/>
              <a:t>обладает широкой поддержкой языка </a:t>
            </a:r>
            <a:r>
              <a:rPr lang="en-US" dirty="0"/>
              <a:t>Python </a:t>
            </a:r>
            <a:r>
              <a:rPr lang="ru-RU" dirty="0"/>
              <a:t>и позволяет обращаться к результатам </a:t>
            </a:r>
            <a:r>
              <a:rPr lang="ru-RU" dirty="0" err="1"/>
              <a:t>рассчета</a:t>
            </a:r>
            <a:r>
              <a:rPr lang="en-US" dirty="0"/>
              <a:t>, </a:t>
            </a:r>
            <a:r>
              <a:rPr lang="ru-RU" dirty="0"/>
              <a:t>свойствам блоков.</a:t>
            </a:r>
          </a:p>
          <a:p>
            <a:endParaRPr lang="ru-RU" dirty="0"/>
          </a:p>
          <a:p>
            <a:r>
              <a:rPr lang="ru-RU" dirty="0"/>
              <a:t>Несмотря на то</a:t>
            </a:r>
            <a:r>
              <a:rPr lang="en-US" dirty="0"/>
              <a:t>, </a:t>
            </a:r>
            <a:r>
              <a:rPr lang="ru-RU" dirty="0"/>
              <a:t>что прямого способа влиять на проницаемость нет</a:t>
            </a:r>
            <a:r>
              <a:rPr lang="en-US" dirty="0"/>
              <a:t>, </a:t>
            </a:r>
            <a:r>
              <a:rPr lang="ru-RU" dirty="0"/>
              <a:t>можно внести поправки файлы модели </a:t>
            </a:r>
            <a:r>
              <a:rPr lang="en-US" dirty="0"/>
              <a:t>PORO.inc </a:t>
            </a:r>
            <a:r>
              <a:rPr lang="ru-RU" dirty="0"/>
              <a:t>и </a:t>
            </a:r>
            <a:r>
              <a:rPr lang="en-US" dirty="0"/>
              <a:t>PERM.inc </a:t>
            </a:r>
            <a:r>
              <a:rPr lang="ru-RU" dirty="0"/>
              <a:t>после</a:t>
            </a:r>
            <a:r>
              <a:rPr lang="en-US" dirty="0"/>
              <a:t> </a:t>
            </a:r>
            <a:r>
              <a:rPr lang="ru-RU" dirty="0"/>
              <a:t>завершения расчетного шага</a:t>
            </a:r>
            <a:r>
              <a:rPr lang="en-US" dirty="0"/>
              <a:t>, </a:t>
            </a:r>
            <a:r>
              <a:rPr lang="ru-RU" dirty="0"/>
              <a:t>перезапустить модель. Таким образом добившись динамического изменения пористости и проницаемости.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451DEB7-1305-9797-CC5E-4E504A0B14F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672" y="4823526"/>
            <a:ext cx="5277394" cy="179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8733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07333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04325" y="415614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Блок-схема алгоритма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D520D0A9-CA60-5F4D-CAA3-90E9FA5BA5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318" y="1410789"/>
            <a:ext cx="4098286" cy="5796257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BE0D50C0-20CE-867B-DC65-7916F11672D0}"/>
              </a:ext>
            </a:extLst>
          </p:cNvPr>
          <p:cNvSpPr txBox="1"/>
          <p:nvPr/>
        </p:nvSpPr>
        <p:spPr>
          <a:xfrm>
            <a:off x="5718991" y="2397647"/>
            <a:ext cx="4330996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b="1" dirty="0"/>
              <a:t>Плюсы</a:t>
            </a:r>
            <a:r>
              <a:rPr lang="en-US" sz="1600" b="1" dirty="0"/>
              <a:t>:</a:t>
            </a:r>
            <a:endParaRPr lang="ru-RU" sz="1600" b="1" dirty="0"/>
          </a:p>
          <a:p>
            <a:pPr marL="285750" indent="-285750">
              <a:buFontTx/>
              <a:buChar char="-"/>
            </a:pPr>
            <a:r>
              <a:rPr lang="ru-RU" sz="1600" dirty="0"/>
              <a:t>Падение продуктивности вследствие образования гидрата</a:t>
            </a:r>
          </a:p>
          <a:p>
            <a:pPr marL="285750" indent="-285750">
              <a:buFontTx/>
              <a:buChar char="-"/>
            </a:pPr>
            <a:r>
              <a:rPr lang="ru-RU" sz="1600" dirty="0"/>
              <a:t>Нет потребности реализовывать численную схему для тепломассопереноса</a:t>
            </a:r>
          </a:p>
          <a:p>
            <a:endParaRPr lang="ru-RU" sz="1600" b="1" dirty="0"/>
          </a:p>
          <a:p>
            <a:r>
              <a:rPr lang="ru-RU" sz="1600" b="1" dirty="0"/>
              <a:t>Недостатки</a:t>
            </a:r>
            <a:r>
              <a:rPr lang="en-US" sz="1600" b="1" dirty="0"/>
              <a:t>: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Завершение расчетного шага без влияния выпадения гидрата</a:t>
            </a:r>
            <a:r>
              <a:rPr lang="en-US" sz="1600" dirty="0"/>
              <a:t>, </a:t>
            </a:r>
            <a:r>
              <a:rPr lang="ru-RU" sz="1600" dirty="0"/>
              <a:t>влияние на продуктивность на следующем шаге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Создание промежуточных моделей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Влияние порядка обхода блоков (перенос не </a:t>
            </a:r>
            <a:r>
              <a:rPr lang="ru-RU" sz="1600" dirty="0" err="1"/>
              <a:t>кольматировавшегося</a:t>
            </a:r>
            <a:r>
              <a:rPr lang="ru-RU" sz="1600" dirty="0"/>
              <a:t> гидрата в соседние блоки)</a:t>
            </a:r>
          </a:p>
          <a:p>
            <a:pPr marL="342900" indent="-342900">
              <a:buFontTx/>
              <a:buChar char="-"/>
            </a:pPr>
            <a:r>
              <a:rPr lang="ru-RU" sz="1600" dirty="0"/>
              <a:t>Нет учета падения минерализации связанной воды</a:t>
            </a:r>
          </a:p>
        </p:txBody>
      </p:sp>
    </p:spTree>
    <p:extLst>
      <p:ext uri="{BB962C8B-B14F-4D97-AF65-F5344CB8AC3E}">
        <p14:creationId xmlns:p14="http://schemas.microsoft.com/office/powerpoint/2010/main" val="28237187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Модель аккумуляции гидрата коллектором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24CA032-3D20-1D01-E193-A08264FE1288}"/>
              </a:ext>
            </a:extLst>
          </p:cNvPr>
          <p:cNvSpPr txBox="1"/>
          <p:nvPr/>
        </p:nvSpPr>
        <p:spPr>
          <a:xfrm>
            <a:off x="261827" y="1416581"/>
            <a:ext cx="94720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600" dirty="0"/>
              <a:t>Для индикации факта выпадения гидратов в </a:t>
            </a:r>
            <a:r>
              <a:rPr lang="en-US" sz="1600" dirty="0" err="1"/>
              <a:t>tNavigator</a:t>
            </a:r>
            <a:r>
              <a:rPr lang="en-US" sz="1600" dirty="0"/>
              <a:t> </a:t>
            </a:r>
            <a:r>
              <a:rPr lang="ru-RU" sz="1600" dirty="0"/>
              <a:t>используется модель адсорбции Ирвинга </a:t>
            </a:r>
            <a:r>
              <a:rPr lang="ru-RU" sz="1600" dirty="0" err="1"/>
              <a:t>Ленгмюра</a:t>
            </a:r>
            <a:r>
              <a:rPr lang="en-US" sz="1600" dirty="0"/>
              <a:t>, </a:t>
            </a:r>
            <a:r>
              <a:rPr lang="ru-RU" sz="1600" dirty="0"/>
              <a:t>в соответствии с которой образование газового гидрата ограничено предельной равновесной концентрацией, определяемой как функция от давления и температуры: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0244B1-CE64-0ABF-E3D8-62B90B88E490}"/>
                  </a:ext>
                </a:extLst>
              </p:cNvPr>
              <p:cNvSpPr txBox="1"/>
              <p:nvPr/>
            </p:nvSpPr>
            <p:spPr>
              <a:xfrm>
                <a:off x="2324570" y="2504763"/>
                <a:ext cx="5346550" cy="6533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ru-RU" sz="180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  <m:sup>
                          <m:r>
                            <m:rPr>
                              <m:sty m:val="p"/>
                            </m:rPr>
                            <a:rPr lang="ru-RU" sz="1800" i="0">
                              <a:latin typeface="Cambria Math" panose="02040503050406030204" pitchFamily="18" charset="0"/>
                            </a:rPr>
                            <m:t>eq</m:t>
                          </m:r>
                        </m:sup>
                      </m:sSubSup>
                      <m:d>
                        <m:dPr>
                          <m:sepChr m:val=","/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ru-RU" sz="1800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ru-RU" sz="18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ru-RU" sz="1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ru-RU" sz="1800" i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ru-RU" sz="1800" i="0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ru-RU" sz="1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r>
                            <a:rPr lang="ru-RU" sz="1800" i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  <m:d>
                            <m:dPr>
                              <m:ctrlPr>
                                <a:rPr lang="ru-RU" sz="18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sz="1800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ru-RU" sz="18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0244B1-CE64-0ABF-E3D8-62B90B88E4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4570" y="2504763"/>
                <a:ext cx="5346550" cy="6533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C19240-EF24-8994-7AA9-DAF4E619A552}"/>
                  </a:ext>
                </a:extLst>
              </p:cNvPr>
              <p:cNvSpPr txBox="1"/>
              <p:nvPr/>
            </p:nvSpPr>
            <p:spPr>
              <a:xfrm>
                <a:off x="137210" y="3229281"/>
                <a:ext cx="10147649" cy="6810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  <m:r>
                          <a:rPr lang="ru-RU" sz="18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18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max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8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максимальное гидратное насыщение,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effectLst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𝑃</m:t>
                        </m:r>
                      </m:e>
                      <m:sub>
                        <m:r>
                          <a:rPr lang="en-US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  <m:r>
                      <a:rPr lang="ru-RU" sz="18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8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8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8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параметр </a:t>
                </a:r>
                <a:r>
                  <a:rPr lang="ru-RU" sz="1800" dirty="0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Ленгмюра</a:t>
                </a:r>
                <a:r>
                  <a:rPr lang="ru-R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(характерное давление насыщения),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ru-RU" sz="1800" i="1">
                            <a:latin typeface="Cambria Math" panose="02040503050406030204" pitchFamily="18" charset="0"/>
                          </a:rPr>
                          <m:t>𝑔</m:t>
                        </m:r>
                      </m:sub>
                    </m:sSub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−давление газа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ru-RU" sz="18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ru-RU" sz="1800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ru-RU" sz="1800" i="1">
                            <a:effectLst/>
                          </a:rPr>
                        </m:ctrlPr>
                      </m:sSubPr>
                      <m:e>
                        <m:r>
                          <a:rPr lang="en-US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𝑘</m:t>
                        </m:r>
                      </m:e>
                      <m:sub>
                        <m:r>
                          <a:rPr lang="en-US" sz="18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en-US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8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ru-RU" sz="18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кинетический коэффициент.</a:t>
                </a:r>
                <a:endParaRPr lang="ru-RU" sz="1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4AC19240-EF24-8994-7AA9-DAF4E619A5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0" y="3229281"/>
                <a:ext cx="10147649" cy="681084"/>
              </a:xfrm>
              <a:prstGeom prst="rect">
                <a:avLst/>
              </a:prstGeom>
              <a:blipFill>
                <a:blip r:embed="rId6"/>
                <a:stretch>
                  <a:fillRect l="-541" t="-4505" r="-481" b="-117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7160D-5D46-BCA8-7C2E-179B20389AF7}"/>
                  </a:ext>
                </a:extLst>
              </p:cNvPr>
              <p:cNvSpPr txBox="1"/>
              <p:nvPr/>
            </p:nvSpPr>
            <p:spPr>
              <a:xfrm>
                <a:off x="121792" y="4017583"/>
                <a:ext cx="97521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Рассмотрим произвольную фазу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𝛼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∈{</m:t>
                    </m:r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𝑔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𝑤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ru-RU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h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}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(газ, вода, гидрат). Запишем локальное уравнение баланса массы для этой фазы в пористой среде:</a:t>
                </a:r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B9C7160D-5D46-BCA8-7C2E-179B20389A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792" y="4017583"/>
                <a:ext cx="9752106" cy="584775"/>
              </a:xfrm>
              <a:prstGeom prst="rect">
                <a:avLst/>
              </a:prstGeom>
              <a:blipFill>
                <a:blip r:embed="rId7"/>
                <a:stretch>
                  <a:fillRect l="-375" t="-3125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F62BE7-57D8-BC49-C44B-8833613BFB32}"/>
                  </a:ext>
                </a:extLst>
              </p:cNvPr>
              <p:cNvSpPr txBox="1"/>
              <p:nvPr/>
            </p:nvSpPr>
            <p:spPr>
              <a:xfrm>
                <a:off x="2277720" y="4678424"/>
                <a:ext cx="5346550" cy="7359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effectLst/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𝜙</m:t>
                          </m:r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en-US" sz="2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∇</m:t>
                      </m:r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1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en-US" sz="24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𝛼</m:t>
                              </m:r>
                            </m:sub>
                          </m:sSub>
                        </m:e>
                      </m:d>
                      <m:r>
                        <a:rPr lang="en-US" sz="2400"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effectLst/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i="1"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𝛼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3F62BE7-57D8-BC49-C44B-8833613BF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720" y="4678424"/>
                <a:ext cx="5346550" cy="73590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3EFA30-8CB1-C73E-D4DE-F5058434F95A}"/>
                  </a:ext>
                </a:extLst>
              </p:cNvPr>
              <p:cNvSpPr txBox="1"/>
              <p:nvPr/>
            </p:nvSpPr>
            <p:spPr>
              <a:xfrm>
                <a:off x="137210" y="5154788"/>
                <a:ext cx="9137647" cy="21980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en-US" sz="1600" dirty="0" err="1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где</a:t>
                </a:r>
                <a:endParaRPr lang="ru-RU" sz="16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𝜙</m:t>
                    </m:r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 — 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открытая </a:t>
                </a:r>
                <a:r>
                  <a:rPr lang="en-US" sz="1600" dirty="0" err="1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пористость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;</a:t>
                </a:r>
                <a:endParaRPr lang="ru-RU" sz="1600" dirty="0">
                  <a:effectLst/>
                  <a:ea typeface="Times New Roman" panose="02020603050405020304" pitchFamily="18" charset="0"/>
                  <a:cs typeface="Symbol" panose="05050102010706020507" pitchFamily="18" charset="2"/>
                </a:endParaRP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𝑆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— насыщение фазы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 (доля порового объёма);</a:t>
                </a: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— плотность фазы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;</a:t>
                </a: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a:rPr lang="en-US" sz="1600" b="1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𝐮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— фильтрационная скорость фазы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𝛼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 (скорость Дарси);</a:t>
                </a:r>
              </a:p>
              <a:p>
                <a:pPr marL="342900" lvl="0" indent="-342900">
                  <a:spcAft>
                    <a:spcPts val="1000"/>
                  </a:spcAft>
                  <a:buFont typeface="Symbol" panose="05050102010706020507" pitchFamily="18" charset="2"/>
                  <a:buChar char="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Γ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— источник (если </a:t>
                </a:r>
                <a14:m>
                  <m:oMath xmlns:m="http://schemas.openxmlformats.org/officeDocument/2006/math">
                    <m:r>
                      <a:rPr lang="ru-RU" sz="1600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&gt;</m:t>
                    </m:r>
                    <m:r>
                      <a:rPr lang="ru-RU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0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) или сток (если </a:t>
                </a:r>
                <a14:m>
                  <m:oMath xmlns:m="http://schemas.openxmlformats.org/officeDocument/2006/math">
                    <m:r>
                      <a:rPr lang="ru-RU" sz="1600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&lt;</m:t>
                    </m:r>
                    <m:r>
                      <a:rPr lang="ru-RU" sz="1600" i="1">
                        <a:effectLst/>
                        <a:ea typeface="Times New Roman" panose="02020603050405020304" pitchFamily="18" charset="0"/>
                        <a:cs typeface="Symbol" panose="05050102010706020507" pitchFamily="18" charset="2"/>
                      </a:rPr>
                      <m:t>0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Symbol" panose="05050102010706020507" pitchFamily="18" charset="2"/>
                  </a:rPr>
                  <a:t>) массы фазы за счёт фазового перехода.</a:t>
                </a: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D63EFA30-8CB1-C73E-D4DE-F5058434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210" y="5154788"/>
                <a:ext cx="9137647" cy="2198038"/>
              </a:xfrm>
              <a:prstGeom prst="rect">
                <a:avLst/>
              </a:prstGeom>
              <a:blipFill>
                <a:blip r:embed="rId9"/>
                <a:stretch>
                  <a:fillRect l="-401" t="-833" b="-277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8053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097C5-2B6F-5F55-377B-5FFF22008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4F02158-2583-BC9D-A2FD-AE205A6097D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574ED07-52EC-C366-D12A-37DDA0790C62}"/>
              </a:ext>
            </a:extLst>
          </p:cNvPr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8B94797-BA90-603D-5A7E-A5A7701CB4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9D58E8A5-EAC1-43A6-F8FF-D8A44F98CA5F}"/>
              </a:ext>
            </a:extLst>
          </p:cNvPr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E7177EA3-2305-7E1E-0BA9-831577D81EF6}"/>
              </a:ext>
            </a:extLst>
          </p:cNvPr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Модель аккумуляции гидрата коллектором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D6840F-09CB-9C44-5690-1F11BE94228C}"/>
                  </a:ext>
                </a:extLst>
              </p:cNvPr>
              <p:cNvSpPr txBox="1"/>
              <p:nvPr/>
            </p:nvSpPr>
            <p:spPr>
              <a:xfrm>
                <a:off x="261642" y="1661658"/>
                <a:ext cx="9752106" cy="1308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Делая допущение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что обратные фазовые переход не происходят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можно записать что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Γ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a typeface="Times New Roman" panose="02020603050405020304" pitchFamily="18" charset="0"/>
                    <a:cs typeface="Symbol" panose="05050102010706020507" pitchFamily="18" charset="2"/>
                  </a:rPr>
                  <a:t> 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зависит от скорости образования газового гидрата. Введя 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скалярную величину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d>
                      <m:dPr>
                        <m:ctrlPr>
                          <a:rPr lang="ru-RU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  <m:r>
                          <a:rPr lang="ru-RU" sz="160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r>
                          <a:rPr lang="en-US" sz="1600" b="1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𝐱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𝒚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𝒛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r>
                          <a:rPr lang="en-US" sz="1600" b="1" i="1" smtClean="0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𝑻</m:t>
                        </m:r>
                      </m:e>
                    </m:d>
                  </m:oMath>
                </a14:m>
                <a:r>
                  <a:rPr lang="en-US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как скорость образования гидрата:</a:t>
                </a:r>
              </a:p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4D6840F-09CB-9C44-5690-1F11BE9422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2" y="1661658"/>
                <a:ext cx="9752106" cy="1308050"/>
              </a:xfrm>
              <a:prstGeom prst="rect">
                <a:avLst/>
              </a:prstGeom>
              <a:blipFill>
                <a:blip r:embed="rId5"/>
                <a:stretch>
                  <a:fillRect l="-375" t="-1402" r="-6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C75F5A-CBB0-9672-4C69-9EE21B108A63}"/>
                  </a:ext>
                </a:extLst>
              </p:cNvPr>
              <p:cNvSpPr txBox="1"/>
              <p:nvPr/>
            </p:nvSpPr>
            <p:spPr>
              <a:xfrm>
                <a:off x="2170143" y="2584161"/>
                <a:ext cx="5346550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ru-RU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Symbol" panose="05050102010706020507" pitchFamily="18" charset="2"/>
                            </a:rPr>
                            <m:t>𝛼</m:t>
                          </m:r>
                        </m:sub>
                      </m:sSub>
                      <m:sSub>
                        <m:sSub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sub>
                      </m:sSub>
                      <m:d>
                        <m:dPr>
                          <m:ctrlPr>
                            <a:rPr lang="ru-RU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  <m:r>
                            <a:rPr lang="ru-RU" sz="240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𝐱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𝒚</m:t>
                          </m:r>
                          <m:r>
                            <a:rPr lang="en-US" sz="2400" b="1" i="1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𝒛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, </m:t>
                          </m:r>
                          <m:r>
                            <a:rPr lang="en-US" sz="2400" b="1" i="1" smtClean="0">
                              <a:latin typeface="Cambria Math" panose="02040503050406030204" pitchFamily="18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𝑻</m:t>
                          </m:r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12C75F5A-CBB0-9672-4C69-9EE21B108A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0143" y="2584161"/>
                <a:ext cx="5346550" cy="461665"/>
              </a:xfrm>
              <a:prstGeom prst="rect">
                <a:avLst/>
              </a:prstGeom>
              <a:blipFill>
                <a:blip r:embed="rId6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F5F8E1-95DA-4529-3902-729CA8B30A5D}"/>
                  </a:ext>
                </a:extLst>
              </p:cNvPr>
              <p:cNvSpPr txBox="1"/>
              <p:nvPr/>
            </p:nvSpPr>
            <p:spPr>
              <a:xfrm>
                <a:off x="261642" y="3317233"/>
                <a:ext cx="9752106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При этом для газа и воды стехиометрический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Symbol" panose="05050102010706020507" pitchFamily="18" charset="2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должен быть отрицательным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 для гидрата положительным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тогда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54F5F8E1-95DA-4529-3902-729CA8B30A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2" y="3317233"/>
                <a:ext cx="9752106" cy="584775"/>
              </a:xfrm>
              <a:prstGeom prst="rect">
                <a:avLst/>
              </a:prstGeom>
              <a:blipFill>
                <a:blip r:embed="rId7"/>
                <a:stretch>
                  <a:fillRect l="-375" t="-3125" b="-1250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8B7C7-A395-ABB9-4AB6-2093D27307C7}"/>
                  </a:ext>
                </a:extLst>
              </p:cNvPr>
              <p:cNvSpPr txBox="1"/>
              <p:nvPr/>
            </p:nvSpPr>
            <p:spPr>
              <a:xfrm>
                <a:off x="1909482" y="3968329"/>
                <a:ext cx="5346550" cy="70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𝜙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𝑔</m:t>
                              </m:r>
                            </m:sub>
                          </m:sSub>
                        </m:e>
                      </m:d>
                      <m:r>
                        <a:rPr lang="ru-RU" b="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𝑔</m:t>
                          </m:r>
                        </m:sub>
                      </m:sSub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A88B7C7-A395-ABB9-4AB6-2093D27307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482" y="3968329"/>
                <a:ext cx="5346550" cy="70686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C56147-B0AE-63FC-06E9-B659523E5D5A}"/>
                  </a:ext>
                </a:extLst>
              </p:cNvPr>
              <p:cNvSpPr txBox="1"/>
              <p:nvPr/>
            </p:nvSpPr>
            <p:spPr>
              <a:xfrm>
                <a:off x="1981112" y="4847893"/>
                <a:ext cx="5346550" cy="70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𝜙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sty m:val="p"/>
                        </m:rPr>
                        <a:rPr lang="ru-RU" i="0">
                          <a:latin typeface="Cambria Math" panose="02040503050406030204" pitchFamily="18" charset="0"/>
                        </a:rPr>
                        <m:t>∇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⋅</m:t>
                      </m:r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b="1" i="0">
                                  <a:latin typeface="Cambria Math" panose="02040503050406030204" pitchFamily="18" charset="0"/>
                                </a:rPr>
                                <m:t>𝐮</m:t>
                              </m:r>
                            </m:e>
                            <m:sub>
                              <m:r>
                                <a:rPr lang="ru-RU" b="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sub>
                          </m:sSub>
                        </m:e>
                      </m:d>
                      <m:r>
                        <a:rPr lang="ru-RU" b="0" i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sSub>
                        <m:sSubPr>
                          <m:ctrlPr>
                            <a:rPr lang="ru-RU" b="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b="0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2C56147-B0AE-63FC-06E9-B659523E5D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1112" y="4847893"/>
                <a:ext cx="5346550" cy="70686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94E828-607A-FD83-E281-5181C6FC18A4}"/>
                  </a:ext>
                </a:extLst>
              </p:cNvPr>
              <p:cNvSpPr txBox="1"/>
              <p:nvPr/>
            </p:nvSpPr>
            <p:spPr>
              <a:xfrm>
                <a:off x="1156447" y="5621074"/>
                <a:ext cx="5346550" cy="7068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𝜙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=+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694E828-607A-FD83-E281-5181C6FC1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6447" y="5621074"/>
                <a:ext cx="5346550" cy="7068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B64E77D-29C8-5A15-0800-8020D966BC05}"/>
                  </a:ext>
                </a:extLst>
              </p:cNvPr>
              <p:cNvSpPr txBox="1"/>
              <p:nvPr/>
            </p:nvSpPr>
            <p:spPr>
              <a:xfrm>
                <a:off x="261642" y="6500638"/>
                <a:ext cx="8471647" cy="8510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𝑝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i="1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плотности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b="1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𝐮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фильтрационные скорости,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скорость образования гидрата (масса на единицу объёма и времени),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𝑔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sub>
                    </m:sSub>
                    <m:r>
                      <a:rPr lang="ru-RU" sz="1600"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𝜈</m:t>
                        </m:r>
                      </m:e>
                      <m:sub>
                        <m:r>
                          <a:rPr lang="ru-RU" sz="1600" i="1">
                            <a:effectLst/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latin typeface="Aptos" panose="020B000402020202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- стехиометрические коэффициенты переноса массы.</a:t>
                </a:r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B64E77D-29C8-5A15-0800-8020D966B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42" y="6500638"/>
                <a:ext cx="8471647" cy="851002"/>
              </a:xfrm>
              <a:prstGeom prst="rect">
                <a:avLst/>
              </a:prstGeom>
              <a:blipFill>
                <a:blip r:embed="rId11"/>
                <a:stretch>
                  <a:fillRect l="-432" t="-2143" b="-785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40893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1A123D-36AB-0140-2532-BECABC0C9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F692D0-F785-E29D-27CB-273E0F5CE3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ABE1028F-2D74-553C-57AC-AE57DA14CCA7}"/>
              </a:ext>
            </a:extLst>
          </p:cNvPr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6A111686-9356-6B6D-95FF-2FE16B0919B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489EAD36-EB8E-B0DE-EC33-7240173F5125}"/>
              </a:ext>
            </a:extLst>
          </p:cNvPr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78247CFB-FA32-6126-F7F4-AD3F4B4C419C}"/>
              </a:ext>
            </a:extLst>
          </p:cNvPr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Модель аккумуляции гидрата коллектором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2E909C-1BBD-4FCB-9C81-5CCC3C104F6D}"/>
                  </a:ext>
                </a:extLst>
              </p:cNvPr>
              <p:cNvSpPr txBox="1"/>
              <p:nvPr/>
            </p:nvSpPr>
            <p:spPr>
              <a:xfrm>
                <a:off x="460176" y="2074108"/>
                <a:ext cx="9974741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Если предположить, что плотность гидрата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 пористость </a:t>
                </a:r>
                <a14:m>
                  <m:oMath xmlns:m="http://schemas.openxmlformats.org/officeDocument/2006/math"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𝜙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не зависят от времени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монотонно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между некоторыми равновесными </a:t>
                </a:r>
                <a:r>
                  <a:rPr lang="ru-RU" sz="1600" dirty="0" err="1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состояними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то подставляя в закон сохранения массы гидрата уравнение для концентрации фазы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получим связь вида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6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2E909C-1BBD-4FCB-9C81-5CCC3C104F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76" y="2074108"/>
                <a:ext cx="9974741" cy="830997"/>
              </a:xfrm>
              <a:prstGeom prst="rect">
                <a:avLst/>
              </a:prstGeom>
              <a:blipFill>
                <a:blip r:embed="rId5"/>
                <a:stretch>
                  <a:fillRect l="-305" t="-2190" b="-80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50F37-2F3D-9C4C-4764-3A05B0645B3C}"/>
                  </a:ext>
                </a:extLst>
              </p:cNvPr>
              <p:cNvSpPr txBox="1"/>
              <p:nvPr/>
            </p:nvSpPr>
            <p:spPr>
              <a:xfrm>
                <a:off x="1898725" y="3158424"/>
                <a:ext cx="5346550" cy="7615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𝜌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ru-RU" i="1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ru-RU" i="0">
                          <a:latin typeface="Cambria Math" panose="02040503050406030204" pitchFamily="18" charset="0"/>
                        </a:rPr>
                        <m:t> 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  <m:r>
                        <a:rPr lang="ru-RU" i="0">
                          <a:latin typeface="Cambria Math" panose="02040503050406030204" pitchFamily="18" charset="0"/>
                        </a:rPr>
                        <m:t> ⇒ 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h</m:t>
                          </m:r>
                        </m:sub>
                      </m:sSub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5C50F37-2F3D-9C4C-4764-3A05B0645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98725" y="3158424"/>
                <a:ext cx="5346550" cy="76155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669091-BFC3-C734-7B61-6C7AF854D598}"/>
                  </a:ext>
                </a:extLst>
              </p:cNvPr>
              <p:cNvSpPr txBox="1"/>
              <p:nvPr/>
            </p:nvSpPr>
            <p:spPr>
              <a:xfrm>
                <a:off x="582672" y="4053241"/>
                <a:ext cx="9077113" cy="107721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Таким образом, используя функцию скорости образования гидрата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(кинетику образования гидрата), можно определять насыщение порового пространства газовым гидратом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sz="1600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r>
                      <a:rPr lang="en-US" sz="1600" b="1" i="1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𝐱</m:t>
                    </m:r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Имея с одной стороны выражение уравнение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ru-RU" sz="1600" i="1">
                            <a:latin typeface="Cambria Math" panose="02040503050406030204" pitchFamily="18" charset="0"/>
                          </a:rPr>
                          <m:t>h</m:t>
                        </m:r>
                      </m:sub>
                    </m:sSub>
                    <m:r>
                      <a:rPr lang="ru-RU" sz="16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из закона сохранения массы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а с другой из модели адсорбции</a:t>
                </a:r>
                <a:r>
                  <a:rPr lang="en-US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ru-RU" sz="1600" dirty="0"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получим</a:t>
                </a:r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endParaRPr lang="ru-RU" sz="1600" dirty="0">
                  <a:effectLst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F669091-BFC3-C734-7B61-6C7AF854D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72" y="4053241"/>
                <a:ext cx="9077113" cy="1077218"/>
              </a:xfrm>
              <a:prstGeom prst="rect">
                <a:avLst/>
              </a:prstGeom>
              <a:blipFill>
                <a:blip r:embed="rId7"/>
                <a:stretch>
                  <a:fillRect l="-403" t="-1695" b="-62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D6596D-658D-A88E-5C5B-A581DB5DE575}"/>
                  </a:ext>
                </a:extLst>
              </p:cNvPr>
              <p:cNvSpPr txBox="1"/>
              <p:nvPr/>
            </p:nvSpPr>
            <p:spPr>
              <a:xfrm>
                <a:off x="2277720" y="5263721"/>
                <a:ext cx="5346550" cy="7612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ru-RU">
                              <a:latin typeface="Cambria Math" panose="02040503050406030204" pitchFamily="18" charset="0"/>
                            </a:rPr>
                            <m:t>𝜕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num>
                        <m:den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num>
                        <m:den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𝜙</m:t>
                          </m:r>
                        </m:den>
                      </m:f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  <m:sup>
                              <m:r>
                                <m:rPr>
                                  <m:sty m:val="p"/>
                                </m:rPr>
                                <a:rPr lang="ru-RU" i="0">
                                  <a:latin typeface="Cambria Math" panose="02040503050406030204" pitchFamily="18" charset="0"/>
                                </a:rPr>
                                <m:t>eq</m:t>
                              </m:r>
                            </m:sup>
                          </m:sSubSup>
                          <m:d>
                            <m:dPr>
                              <m:sepChr m:val=","/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sub>
                              </m:sSub>
                            </m:e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D6596D-658D-A88E-5C5B-A581DB5DE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7720" y="5263721"/>
                <a:ext cx="5346550" cy="76129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B5DCB9F1-E3E2-AE02-A216-ACC17A95E947}"/>
              </a:ext>
            </a:extLst>
          </p:cNvPr>
          <p:cNvSpPr txBox="1"/>
          <p:nvPr/>
        </p:nvSpPr>
        <p:spPr>
          <a:xfrm>
            <a:off x="460176" y="6158282"/>
            <a:ext cx="907711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Решив уравнение относительно насыщени</a:t>
            </a:r>
            <a:r>
              <a:rPr lang="ru-RU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я гидратом и подставив полученное насыщение в зависимость пористости от проницаемости по формуле </a:t>
            </a:r>
            <a:r>
              <a:rPr lang="ru-RU" sz="1600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Козени</a:t>
            </a:r>
            <a:r>
              <a:rPr lang="ru-RU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–Кармана</a:t>
            </a:r>
            <a:r>
              <a:rPr lang="en-US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ru-RU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получим</a:t>
            </a:r>
            <a:r>
              <a:rPr lang="en-US" sz="1600" dirty="0"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4B6C3-60DF-7E9B-10F6-A67FFB4AE734}"/>
                  </a:ext>
                </a:extLst>
              </p:cNvPr>
              <p:cNvSpPr txBox="1"/>
              <p:nvPr/>
            </p:nvSpPr>
            <p:spPr>
              <a:xfrm>
                <a:off x="2199939" y="6900912"/>
                <a:ext cx="5346550" cy="41549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ru-RU" i="0">
                              <a:latin typeface="Cambria Math" panose="02040503050406030204" pitchFamily="18" charset="0"/>
                            </a:rPr>
                            <m:t>abs</m:t>
                          </m:r>
                        </m:sub>
                      </m:sSub>
                      <m:d>
                        <m:d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ru-RU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sub>
                          </m:sSub>
                        </m:e>
                      </m:d>
                      <m:r>
                        <a:rPr lang="ru-RU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ru-RU" i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ru-RU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ru-RU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ru-RU" i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𝛽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ru-RU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ru-RU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ru-RU" i="1"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</m:sSup>
                    </m:oMath>
                  </m:oMathPara>
                </a14:m>
                <a:endParaRPr lang="ru-RU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BF4B6C3-60DF-7E9B-10F6-A67FFB4AE7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9939" y="6900912"/>
                <a:ext cx="5346550" cy="415498"/>
              </a:xfrm>
              <a:prstGeom prst="rect">
                <a:avLst/>
              </a:prstGeom>
              <a:blipFill>
                <a:blip r:embed="rId9"/>
                <a:stretch>
                  <a:fillRect b="-14706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202851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4EC5E-48A2-D7FA-B431-5C50F5F785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3BDC959-5670-4C26-8487-A4A560BEA9D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7A47D407-E830-CABC-142C-9F46DE421827}"/>
              </a:ext>
            </a:extLst>
          </p:cNvPr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1894E2D-36ED-8EC8-9970-5AF7214260E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86C10AC5-8C7F-ADCB-DDB3-E423B88F5CD1}"/>
              </a:ext>
            </a:extLst>
          </p:cNvPr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7C87C896-73B9-08A3-B957-CF4105AD688F}"/>
              </a:ext>
            </a:extLst>
          </p:cNvPr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70000" lnSpcReduction="2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Законы сохранения энергии с учетом фазовых переходов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729FB09-7E20-249B-86DE-A29BC4FF65DF}"/>
              </a:ext>
            </a:extLst>
          </p:cNvPr>
          <p:cNvSpPr txBox="1"/>
          <p:nvPr/>
        </p:nvSpPr>
        <p:spPr>
          <a:xfrm>
            <a:off x="460177" y="1537316"/>
            <a:ext cx="858998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  <a:spcAft>
                <a:spcPts val="900"/>
              </a:spcAft>
              <a:buNone/>
            </a:pPr>
            <a:r>
              <a:rPr lang="ru-RU" sz="1600" dirty="0">
                <a:effectLst/>
                <a:latin typeface="Aptos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Учитывая, что рассматриваемый процесс образования гидратов в аномальных пластах зависит не только от давления, но и от температуры, необходимо также учитывать закон сохранения энергии: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0" name="Таблица 9">
                <a:extLst>
                  <a:ext uri="{FF2B5EF4-FFF2-40B4-BE49-F238E27FC236}">
                    <a16:creationId xmlns:a16="http://schemas.microsoft.com/office/drawing/2014/main" id="{9080CC63-D86D-06B6-6F77-1E8D3E886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589899"/>
                  </p:ext>
                </p:extLst>
              </p:nvPr>
            </p:nvGraphicFramePr>
            <p:xfrm>
              <a:off x="582672" y="2766652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pPr>
                            <a:spcBef>
                              <a:spcPts val="900"/>
                            </a:spcBef>
                            <a:spcAft>
                              <a:spcPts val="90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eqArr>
                                  <m:eqArrPr>
                                    <m:ctrlPr>
                                      <a:rPr lang="ru-RU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eqArrPr>
                                  <m:e>
                                    <m:f>
                                      <m:f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∂</m:t>
                                        </m:r>
                                      </m:num>
                                      <m:den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∂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𝑡</m:t>
                                        </m:r>
                                      </m:den>
                                    </m:f>
                                    <m:d>
                                      <m:dPr>
                                        <m:begChr m:val="["/>
                                        <m:endChr m:val="]"/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(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1−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)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 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𝑟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𝜙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𝑆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𝜌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𝑐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</m:e>
                                    </m:d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&amp;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∇</m:t>
                                    </m:r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d>
                                      <m:d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−</m:t>
                                        </m:r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𝜆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sty m:val="p"/>
                                              </m:rP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eff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∇</m:t>
                                        </m:r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𝑇</m:t>
                                        </m:r>
                                        <m:r>
                                          <a:rPr lang="en-US" sz="1800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+</m:t>
                                        </m:r>
                                        <m:nary>
                                          <m:naryPr>
                                            <m:chr m:val="∑"/>
                                            <m:limLoc m:val="undOvr"/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naryPr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∈{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𝑔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,</m:t>
                                            </m:r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𝑤</m:t>
                                            </m:r>
                                            <m:r>
                                              <a:rPr lang="en-US" sz="1800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}</m:t>
                                            </m:r>
                                          </m:sub>
                                          <m:sup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​</m:t>
                                            </m:r>
                                          </m:sup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ru-RU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𝜌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1800" i="1">
                                                    <a:effectLst/>
                                                    <a:latin typeface="Cambria Math" panose="02040503050406030204" pitchFamily="18" charset="0"/>
                                                    <a:ea typeface="Times New Roman" panose="02020603050405020304" pitchFamily="18" charset="0"/>
                                                    <a:cs typeface="Times New Roman" panose="02020603050405020304" pitchFamily="18" charset="0"/>
                                                  </a:rPr>
                                                  <m:t>𝛼</m:t>
                                                </m:r>
                                              </m:sub>
                                            </m:sSub>
                                          </m:e>
                                        </m:nary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h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  <m:sSub>
                                          <m:sSubPr>
                                            <m:ctrlPr>
                                              <a:rPr lang="ru-RU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sz="1800" b="1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𝐮</m:t>
                                            </m:r>
                                          </m:e>
                                          <m:sub>
                                            <m:r>
                                              <a:rPr lang="en-US" sz="1800" i="1">
                                                <a:effectLst/>
                                                <a:latin typeface="Cambria Math" panose="02040503050406030204" pitchFamily="18" charset="0"/>
                                                <a:ea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𝛼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US" sz="1800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=</m:t>
                                    </m:r>
                                    <m:r>
                                      <a:rPr lang="en-US" sz="18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𝐿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  <m:sSub>
                                      <m:sSubPr>
                                        <m:ctrlPr>
                                          <a:rPr lang="ru-RU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1800" i="1">
                                            <a:effectLst/>
                                            <a:latin typeface="Cambria Math" panose="02040503050406030204" pitchFamily="18" charset="0"/>
                                            <a:ea typeface="Times New Roman" panose="02020603050405020304" pitchFamily="18" charset="0"/>
                                            <a:cs typeface="Times New Roman" panose="02020603050405020304" pitchFamily="18" charset="0"/>
                                          </a:rPr>
                                          <m:t>h</m:t>
                                        </m:r>
                                      </m:sub>
                                    </m:sSub>
                                  </m:e>
                                </m:eqArr>
                              </m:oMath>
                            </m:oMathPara>
                          </a14:m>
                          <a:endParaRPr lang="ru-RU" sz="1800" dirty="0">
                            <a:effectLst/>
                            <a:latin typeface="Aptos" panose="020B0004020202020204" pitchFamily="34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0" name="Таблица 9">
                <a:extLst>
                  <a:ext uri="{FF2B5EF4-FFF2-40B4-BE49-F238E27FC236}">
                    <a16:creationId xmlns:a16="http://schemas.microsoft.com/office/drawing/2014/main" id="{9080CC63-D86D-06B6-6F77-1E8D3E8869C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59589899"/>
                  </p:ext>
                </p:extLst>
              </p:nvPr>
            </p:nvGraphicFramePr>
            <p:xfrm>
              <a:off x="582672" y="2766652"/>
              <a:ext cx="8881325" cy="1290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8881325">
                      <a:extLst>
                        <a:ext uri="{9D8B030D-6E8A-4147-A177-3AD203B41FA5}">
                          <a16:colId xmlns:a16="http://schemas.microsoft.com/office/drawing/2014/main" val="1606025839"/>
                        </a:ext>
                      </a:extLst>
                    </a:gridCol>
                  </a:tblGrid>
                  <a:tr h="1290760">
                    <a:tc>
                      <a:txBody>
                        <a:bodyPr/>
                        <a:lstStyle/>
                        <a:p>
                          <a:endParaRPr lang="ru-RU"/>
                        </a:p>
                      </a:txBody>
                      <a:tcPr marL="68580" marR="68580" marT="0" marB="0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89081196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9960D5-EB8C-C626-59A8-1796EFA9979E}"/>
                  </a:ext>
                </a:extLst>
              </p:cNvPr>
              <p:cNvSpPr txBox="1"/>
              <p:nvPr/>
            </p:nvSpPr>
            <p:spPr>
              <a:xfrm>
                <a:off x="460177" y="5286740"/>
                <a:ext cx="9343017" cy="8309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Bef>
                    <a:spcPts val="900"/>
                  </a:spcBef>
                  <a:spcAft>
                    <a:spcPts val="900"/>
                  </a:spcAft>
                  <a:buNone/>
                </a:pP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Здесь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𝜌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  <m:r>
                      <a:rPr lang="ru-RU" sz="1600">
                        <a:effectLst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,</m:t>
                    </m:r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плотность и теплоёмкость матрицы,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теплоёмкости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1600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eff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эффективная теплопроводность пористой среды,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удельные энтальпии фаз,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ru-RU" sz="1600" i="1">
                            <a:effectLst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h</m:t>
                        </m:r>
                      </m:sub>
                    </m:sSub>
                  </m:oMath>
                </a14:m>
                <a:r>
                  <a:rPr lang="en-US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  <a:r>
                  <a:rPr lang="ru-RU" sz="1600" dirty="0">
                    <a:effectLst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— удельная скрытая теплота образования гидрата.</a:t>
                </a: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29960D5-EB8C-C626-59A8-1796EFA997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177" y="5286740"/>
                <a:ext cx="9343017" cy="830997"/>
              </a:xfrm>
              <a:prstGeom prst="rect">
                <a:avLst/>
              </a:prstGeom>
              <a:blipFill>
                <a:blip r:embed="rId6"/>
                <a:stretch>
                  <a:fillRect l="-326" t="-2190" b="-802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Прямая соединительная линия 21">
            <a:extLst>
              <a:ext uri="{FF2B5EF4-FFF2-40B4-BE49-F238E27FC236}">
                <a16:creationId xmlns:a16="http://schemas.microsoft.com/office/drawing/2014/main" id="{B8E3773F-E234-0C4F-6D05-8DA22AFEE588}"/>
              </a:ext>
            </a:extLst>
          </p:cNvPr>
          <p:cNvCxnSpPr>
            <a:cxnSpLocks/>
          </p:cNvCxnSpPr>
          <p:nvPr/>
        </p:nvCxnSpPr>
        <p:spPr>
          <a:xfrm flipH="1">
            <a:off x="3731957" y="3322151"/>
            <a:ext cx="370232" cy="107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BD5CBEA5-9047-56E3-1FF0-45728C6CCB63}"/>
              </a:ext>
            </a:extLst>
          </p:cNvPr>
          <p:cNvSpPr txBox="1"/>
          <p:nvPr/>
        </p:nvSpPr>
        <p:spPr>
          <a:xfrm>
            <a:off x="2579847" y="4408555"/>
            <a:ext cx="203132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Внутренняя энергия фаз в порах</a:t>
            </a:r>
          </a:p>
        </p:txBody>
      </p:sp>
      <p:cxnSp>
        <p:nvCxnSpPr>
          <p:cNvPr id="26" name="Прямая соединительная линия 25">
            <a:extLst>
              <a:ext uri="{FF2B5EF4-FFF2-40B4-BE49-F238E27FC236}">
                <a16:creationId xmlns:a16="http://schemas.microsoft.com/office/drawing/2014/main" id="{5B0882CC-87E4-01FA-F876-22C2C2052749}"/>
              </a:ext>
            </a:extLst>
          </p:cNvPr>
          <p:cNvCxnSpPr>
            <a:cxnSpLocks/>
          </p:cNvCxnSpPr>
          <p:nvPr/>
        </p:nvCxnSpPr>
        <p:spPr>
          <a:xfrm flipH="1">
            <a:off x="7154682" y="3322151"/>
            <a:ext cx="370232" cy="107550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B28A4BF-0D42-46C4-3790-D222E7AFD730}"/>
              </a:ext>
            </a:extLst>
          </p:cNvPr>
          <p:cNvSpPr txBox="1"/>
          <p:nvPr/>
        </p:nvSpPr>
        <p:spPr>
          <a:xfrm>
            <a:off x="6002572" y="4408555"/>
            <a:ext cx="320472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050" dirty="0"/>
              <a:t>Конвективный перенос тепла фазами при движении</a:t>
            </a:r>
          </a:p>
        </p:txBody>
      </p:sp>
    </p:spTree>
    <p:extLst>
      <p:ext uri="{BB962C8B-B14F-4D97-AF65-F5344CB8AC3E}">
        <p14:creationId xmlns:p14="http://schemas.microsoft.com/office/powerpoint/2010/main" val="520104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07368" y="103525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04325" y="52011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85000" lnSpcReduction="1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 по модели </a:t>
            </a:r>
            <a:r>
              <a:rPr lang="en-US" sz="2400" b="1" dirty="0">
                <a:latin typeface="Fira Sans Bold"/>
              </a:rPr>
              <a:t>C4</a:t>
            </a:r>
            <a:endParaRPr lang="ru-RU" sz="2400" b="1" dirty="0">
              <a:latin typeface="Fira Sans 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E8038AC-CD22-F924-0841-2CDCEA41AE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02" y="1550391"/>
            <a:ext cx="7905202" cy="5204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713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B3764-1BB9-D0FA-7F99-DE7A8F6D7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A61093-E2B4-FF97-29DF-3184FB70035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F9DE330-F128-6D97-DF0B-F6FA45CFF616}"/>
              </a:ext>
            </a:extLst>
          </p:cNvPr>
          <p:cNvCxnSpPr/>
          <p:nvPr/>
        </p:nvCxnSpPr>
        <p:spPr>
          <a:xfrm>
            <a:off x="507368" y="103525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8D19FF1C-95E2-0741-1EE3-3B6F7DCA687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2C2F99C2-6BBD-BC25-984F-B41E3301464D}"/>
              </a:ext>
            </a:extLst>
          </p:cNvPr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954DFE05-0544-FBE7-1A9D-29A705750AF3}"/>
              </a:ext>
            </a:extLst>
          </p:cNvPr>
          <p:cNvSpPr txBox="1">
            <a:spLocks/>
          </p:cNvSpPr>
          <p:nvPr/>
        </p:nvSpPr>
        <p:spPr>
          <a:xfrm>
            <a:off x="404325" y="52011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85000" lnSpcReduction="1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 по модели </a:t>
            </a:r>
            <a:r>
              <a:rPr lang="en-US" sz="2400" b="1" dirty="0">
                <a:latin typeface="Fira Sans Bold"/>
              </a:rPr>
              <a:t>C4</a:t>
            </a:r>
            <a:endParaRPr lang="ru-RU" sz="2400" b="1" dirty="0">
              <a:latin typeface="Fira Sans Bold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689A25D-1BAA-8A9A-110C-7A6471BB06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214" y="1359655"/>
            <a:ext cx="7332055" cy="4826701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FF32C4E-344B-C7EA-9F9F-73A0174DA646}"/>
              </a:ext>
            </a:extLst>
          </p:cNvPr>
          <p:cNvSpPr txBox="1"/>
          <p:nvPr/>
        </p:nvSpPr>
        <p:spPr>
          <a:xfrm>
            <a:off x="693634" y="6510757"/>
            <a:ext cx="17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C1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7115673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87D1D-DEDE-6EFB-C161-9F8C62475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3A97DE5-CB1A-4EAD-F85E-A6E5B3BF1E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2D26DAB-AE57-EBFC-D2E1-F6E1D6D6C2DD}"/>
              </a:ext>
            </a:extLst>
          </p:cNvPr>
          <p:cNvCxnSpPr/>
          <p:nvPr/>
        </p:nvCxnSpPr>
        <p:spPr>
          <a:xfrm>
            <a:off x="507368" y="103525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51058E4-E7DD-082B-0752-3C7418AF26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C97A5ADD-5DE6-BEE1-26CD-9723643E2D1E}"/>
              </a:ext>
            </a:extLst>
          </p:cNvPr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7B52564B-A6B0-5D0A-E6BB-C7BEB09F3D24}"/>
              </a:ext>
            </a:extLst>
          </p:cNvPr>
          <p:cNvSpPr txBox="1">
            <a:spLocks/>
          </p:cNvSpPr>
          <p:nvPr/>
        </p:nvSpPr>
        <p:spPr>
          <a:xfrm>
            <a:off x="404325" y="52011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85000" lnSpcReduction="1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 по модели </a:t>
            </a:r>
            <a:r>
              <a:rPr lang="en-US" sz="2400" b="1" dirty="0">
                <a:latin typeface="Fira Sans Bold"/>
              </a:rPr>
              <a:t>C4</a:t>
            </a:r>
            <a:endParaRPr lang="ru-RU" sz="2400" b="1" dirty="0">
              <a:latin typeface="Fira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0E6C19-9DAE-67C9-F5F4-15AFD4BA542A}"/>
              </a:ext>
            </a:extLst>
          </p:cNvPr>
          <p:cNvSpPr txBox="1"/>
          <p:nvPr/>
        </p:nvSpPr>
        <p:spPr>
          <a:xfrm>
            <a:off x="693634" y="6510757"/>
            <a:ext cx="17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</a:t>
            </a:r>
            <a:r>
              <a:rPr lang="ru-RU" sz="1600" dirty="0"/>
              <a:t>2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F5847F8-0179-BE6B-A10B-C53854F6DC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85559"/>
            <a:ext cx="10693400" cy="4190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545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33872-ED6F-0167-CB63-EE852C278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B0FBCD-86E0-3B33-B631-712749E6754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B41E005E-1441-C275-8687-4B63A6D020BD}"/>
              </a:ext>
            </a:extLst>
          </p:cNvPr>
          <p:cNvCxnSpPr/>
          <p:nvPr/>
        </p:nvCxnSpPr>
        <p:spPr>
          <a:xfrm>
            <a:off x="507368" y="103525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6CBD8F6-86DA-843D-1B63-38F59F32B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5A19AE5D-6D0D-1CB9-F9C3-D467FEB9E70C}"/>
              </a:ext>
            </a:extLst>
          </p:cNvPr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7B3848A8-C4F7-5CC7-BB0E-70C5C0B7B959}"/>
              </a:ext>
            </a:extLst>
          </p:cNvPr>
          <p:cNvSpPr txBox="1">
            <a:spLocks/>
          </p:cNvSpPr>
          <p:nvPr/>
        </p:nvSpPr>
        <p:spPr>
          <a:xfrm>
            <a:off x="404325" y="52011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 fontScale="85000" lnSpcReduction="1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Архитектура программного комплекса по модели </a:t>
            </a:r>
            <a:r>
              <a:rPr lang="en-US" sz="2400" b="1" dirty="0">
                <a:latin typeface="Fira Sans Bold"/>
              </a:rPr>
              <a:t>C4</a:t>
            </a:r>
            <a:endParaRPr lang="ru-RU" sz="2400" b="1" dirty="0">
              <a:latin typeface="Fira Sans Bold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D5C773-04DC-1E45-E05D-7D81CEF36407}"/>
              </a:ext>
            </a:extLst>
          </p:cNvPr>
          <p:cNvSpPr txBox="1"/>
          <p:nvPr/>
        </p:nvSpPr>
        <p:spPr>
          <a:xfrm>
            <a:off x="693634" y="6510757"/>
            <a:ext cx="17392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600" dirty="0"/>
              <a:t>Диаграмма </a:t>
            </a:r>
            <a:r>
              <a:rPr lang="en-US" sz="1600" dirty="0"/>
              <a:t>C</a:t>
            </a:r>
            <a:r>
              <a:rPr lang="ru-RU" sz="1600" dirty="0"/>
              <a:t>3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BE46983-B525-05BD-16B0-83BF2207B6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93701"/>
            <a:ext cx="10693400" cy="517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178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23572-5A79-C474-BE15-3944CAA32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5CCE0E8-6615-4394-FA7A-982CEAA004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29258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>
            <a:extLst>
              <a:ext uri="{FF2B5EF4-FFF2-40B4-BE49-F238E27FC236}">
                <a16:creationId xmlns:a16="http://schemas.microsoft.com/office/drawing/2014/main" id="{1B463376-2F6D-A0AD-7632-EA3A91B5EB1C}"/>
              </a:ext>
            </a:extLst>
          </p:cNvPr>
          <p:cNvCxnSpPr/>
          <p:nvPr/>
        </p:nvCxnSpPr>
        <p:spPr>
          <a:xfrm>
            <a:off x="507368" y="1035253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060B25DE-6FF1-310D-C5FE-043D2B7A502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33527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42EA8D1-50C4-2D99-4998-5C8CB4EEFA3E}"/>
              </a:ext>
            </a:extLst>
          </p:cNvPr>
          <p:cNvCxnSpPr/>
          <p:nvPr/>
        </p:nvCxnSpPr>
        <p:spPr>
          <a:xfrm>
            <a:off x="9059117" y="40386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>
            <a:extLst>
              <a:ext uri="{FF2B5EF4-FFF2-40B4-BE49-F238E27FC236}">
                <a16:creationId xmlns:a16="http://schemas.microsoft.com/office/drawing/2014/main" id="{0CD6DB45-2B69-2F4F-F993-9DE50310DDC0}"/>
              </a:ext>
            </a:extLst>
          </p:cNvPr>
          <p:cNvSpPr txBox="1">
            <a:spLocks/>
          </p:cNvSpPr>
          <p:nvPr/>
        </p:nvSpPr>
        <p:spPr>
          <a:xfrm>
            <a:off x="404325" y="52011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solidFill>
                  <a:srgbClr val="FF0000"/>
                </a:solidFill>
                <a:latin typeface="Fira Sans Bold"/>
              </a:rPr>
              <a:t>Результаты</a:t>
            </a:r>
            <a:r>
              <a:rPr lang="en-US" sz="2400" b="1" dirty="0">
                <a:solidFill>
                  <a:srgbClr val="FF0000"/>
                </a:solidFill>
                <a:latin typeface="Fira Sans Bold"/>
              </a:rPr>
              <a:t>?</a:t>
            </a:r>
            <a:endParaRPr lang="ru-RU" sz="2400" b="1" dirty="0">
              <a:solidFill>
                <a:srgbClr val="FF0000"/>
              </a:solidFill>
              <a:latin typeface="Fira Sans Bold"/>
            </a:endParaRPr>
          </a:p>
        </p:txBody>
      </p:sp>
    </p:spTree>
    <p:extLst>
      <p:ext uri="{BB962C8B-B14F-4D97-AF65-F5344CB8AC3E}">
        <p14:creationId xmlns:p14="http://schemas.microsoft.com/office/powerpoint/2010/main" val="41353706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4270" y="452602"/>
            <a:ext cx="1137667" cy="686375"/>
          </a:xfrm>
          <a:prstGeom prst="rect">
            <a:avLst/>
          </a:prstGeom>
        </p:spPr>
      </p:pic>
      <p:cxnSp>
        <p:nvCxnSpPr>
          <p:cNvPr id="5" name="Прямая соединительная линия 4"/>
          <p:cNvCxnSpPr/>
          <p:nvPr/>
        </p:nvCxnSpPr>
        <p:spPr>
          <a:xfrm>
            <a:off x="582672" y="1341120"/>
            <a:ext cx="926088" cy="0"/>
          </a:xfrm>
          <a:prstGeom prst="line">
            <a:avLst/>
          </a:prstGeom>
          <a:ln w="3810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Рисунок 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9474" y="495299"/>
            <a:ext cx="885385" cy="572613"/>
          </a:xfrm>
          <a:prstGeom prst="rect">
            <a:avLst/>
          </a:prstGeom>
        </p:spPr>
      </p:pic>
      <p:cxnSp>
        <p:nvCxnSpPr>
          <p:cNvPr id="11" name="Прямая соединительная линия 10"/>
          <p:cNvCxnSpPr/>
          <p:nvPr/>
        </p:nvCxnSpPr>
        <p:spPr>
          <a:xfrm>
            <a:off x="9059117" y="563880"/>
            <a:ext cx="0" cy="495354"/>
          </a:xfrm>
          <a:prstGeom prst="line">
            <a:avLst/>
          </a:prstGeom>
          <a:ln w="28575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одзаголовок 2"/>
          <p:cNvSpPr txBox="1">
            <a:spLocks/>
          </p:cNvSpPr>
          <p:nvPr/>
        </p:nvSpPr>
        <p:spPr>
          <a:xfrm>
            <a:off x="460177" y="729385"/>
            <a:ext cx="6582408" cy="515138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ru-RU" sz="2400" b="1" dirty="0">
                <a:latin typeface="Fira Sans Bold"/>
              </a:rPr>
              <a:t>Ссылки</a:t>
            </a:r>
          </a:p>
        </p:txBody>
      </p:sp>
      <p:sp>
        <p:nvSpPr>
          <p:cNvPr id="15" name="Подзаголовок 2"/>
          <p:cNvSpPr txBox="1">
            <a:spLocks/>
          </p:cNvSpPr>
          <p:nvPr/>
        </p:nvSpPr>
        <p:spPr>
          <a:xfrm>
            <a:off x="460177" y="1574075"/>
            <a:ext cx="9054176" cy="5617029"/>
          </a:xfrm>
          <a:prstGeom prst="rect">
            <a:avLst/>
          </a:prstGeom>
        </p:spPr>
        <p:txBody>
          <a:bodyPr vert="horz" lIns="104306" tIns="52153" rIns="104306" bIns="52153" rtlCol="0">
            <a:normAutofit fontScale="70000" lnSpcReduction="20000"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 algn="just">
              <a:lnSpc>
                <a:spcPct val="150000"/>
              </a:lnSpc>
              <a:spcBef>
                <a:spcPts val="32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High-pressure/high-temperature developments in the UK Central North Sea // Society of Petroleum Engineers. — SPE Paper No. 180034-MS. — 2016. — DOI: 10.2118/180034-MS.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32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Australian Petroleum Production &amp; Exploration Association (APPEA). Journal article on the Cairns Basin petroleum systems // APPEA Journal. — 2018.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320"/>
              </a:spcBef>
              <a:buFont typeface="+mj-lt"/>
              <a:buAutoNum type="arabicPeriod"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Slatt R.M., O'Brien N.R. Pore types in the Barnett and Woodford gas shales: Contribution to understanding gas storage and migration pathways in fine-grained rocks // AAPG Bulletin. — 2011. — Vol. 95, No. 12. — P. 2017–2030. — DOI: 10.1306/03301110159.</a:t>
            </a:r>
            <a:endParaRPr lang="ru-RU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Рок Флоу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Динамикс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Техническое руководство. - стр.251 изд. - 2024. - 4389 с.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Тройникова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А. А. Совершенствование методов предупреждения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гидратообразования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на газовых и газоконденсатных месторождениях: специальность 25.00.17 «Разработка и эксплуатация нефтяных и газовых месторождений»: Диссертация на соискание кандидата технических наук /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Тройникова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А. А.; Научно-исследовательский институт природных газов   и газовых технологий – Газпром ВНИИГАЗ. — Москва, 2022. — 142 c.</a:t>
            </a:r>
          </a:p>
          <a:p>
            <a:pPr marL="342900" lvl="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Рок Флоу </a:t>
            </a:r>
            <a:r>
              <a:rPr lang="ru-RU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Динамикс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Техническое руководство. - стр.451-465 изд. - 2024. - 4389 с.</a:t>
            </a:r>
          </a:p>
          <a:p>
            <a:pPr marL="342900" lvl="0" indent="-342900" algn="just">
              <a:lnSpc>
                <a:spcPct val="150000"/>
              </a:lnSpc>
              <a:spcBef>
                <a:spcPts val="320"/>
              </a:spcBef>
              <a:buFont typeface="+mj-lt"/>
              <a:buAutoNum type="arabicPeriod"/>
            </a:pP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Самсонов К. Ю. Методика определения технических параметров ограничения водопритока / К. Ю. Самсонов, А. П. Шевелев // Вестник Тюменского государственного университета. Физико-математическое моделирование. Нефть, газ, энергетика. 2016. Т. 2. № 2. С. 121–130.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algn="just">
              <a:lnSpc>
                <a:spcPct val="150000"/>
              </a:lnSpc>
              <a:spcBef>
                <a:spcPts val="320"/>
              </a:spcBef>
              <a:buFont typeface="+mj-lt"/>
              <a:buAutoNum type="arabicPeriod"/>
            </a:pP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Kalacheva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L.P.,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Portnyagin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A.S.  PROPERTIES OF NATURAL GAS HYDRATES SYNTHESIZED IN MODEL HYDROCARBONATE-SODIUM TYPE SOLUTIONS /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Kalacheva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L.P., </a:t>
            </a:r>
            <a:r>
              <a:rPr lang="en-US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Portnyagin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A.S.  [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Электронный ресурс] //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applied-research.ru : [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сайт]. —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URL: https://applied-research.ru/en/article/view?id=11887 (</a:t>
            </a:r>
            <a:r>
              <a:rPr lang="ru-RU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дата обращения: 24.04.2025).</a:t>
            </a:r>
          </a:p>
        </p:txBody>
      </p:sp>
    </p:spTree>
    <p:extLst>
      <p:ext uri="{BB962C8B-B14F-4D97-AF65-F5344CB8AC3E}">
        <p14:creationId xmlns:p14="http://schemas.microsoft.com/office/powerpoint/2010/main" val="180126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459" y="683762"/>
            <a:ext cx="3008923" cy="1815333"/>
          </a:xfrm>
          <a:prstGeom prst="rect">
            <a:avLst/>
          </a:prstGeom>
        </p:spPr>
      </p:pic>
      <p:sp>
        <p:nvSpPr>
          <p:cNvPr id="8" name="Подзаголовок 2"/>
          <p:cNvSpPr txBox="1">
            <a:spLocks/>
          </p:cNvSpPr>
          <p:nvPr/>
        </p:nvSpPr>
        <p:spPr>
          <a:xfrm>
            <a:off x="148856" y="3829077"/>
            <a:ext cx="10388010" cy="1632267"/>
          </a:xfrm>
          <a:prstGeom prst="rect">
            <a:avLst/>
          </a:prstGeom>
        </p:spPr>
        <p:txBody>
          <a:bodyPr vert="horz" lIns="104306" tIns="52153" rIns="104306" bIns="52153" rtlCol="0">
            <a:noAutofit/>
          </a:bodyPr>
          <a:lstStyle>
            <a:lvl1pPr marL="0" indent="0" algn="ctr" defTabSz="1043056" rtl="0" eaLnBrk="1" latinLnBrk="0" hangingPunct="1">
              <a:lnSpc>
                <a:spcPct val="90000"/>
              </a:lnSpc>
              <a:spcBef>
                <a:spcPts val="1141"/>
              </a:spcBef>
              <a:buFont typeface="Arial" panose="020B0604020202020204" pitchFamily="34" charset="0"/>
              <a:buNone/>
              <a:defRPr sz="2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indent="0" algn="ctr" defTabSz="1043056" rtl="0" eaLnBrk="1" latinLnBrk="0" hangingPunct="1">
              <a:lnSpc>
                <a:spcPct val="90000"/>
              </a:lnSpc>
              <a:spcBef>
                <a:spcPts val="57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5400" b="1" dirty="0">
                <a:solidFill>
                  <a:srgbClr val="00B0F0"/>
                </a:solidFill>
                <a:latin typeface="Fira Sans Light" panose="020B0403050000020004" pitchFamily="34" charset="0"/>
              </a:rPr>
              <a:t>СПАСИБО</a:t>
            </a:r>
            <a:r>
              <a:rPr lang="en-US" sz="5400" b="1" dirty="0">
                <a:solidFill>
                  <a:srgbClr val="00B0F0"/>
                </a:solidFill>
                <a:latin typeface="Fira Sans Light" panose="020B0403050000020004" pitchFamily="34" charset="0"/>
              </a:rPr>
              <a:t> </a:t>
            </a:r>
            <a:r>
              <a:rPr lang="ru-RU" sz="5400" b="1" dirty="0">
                <a:solidFill>
                  <a:srgbClr val="00B0F0"/>
                </a:solidFill>
                <a:latin typeface="Fira Sans Light" panose="020B0403050000020004" pitchFamily="34" charset="0"/>
              </a:rPr>
              <a:t>ЗА ВНИМАНИЕ!</a:t>
            </a:r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4821" y="6154112"/>
            <a:ext cx="2626197" cy="497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9102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1785</TotalTime>
  <Words>1600</Words>
  <Application>Microsoft Office PowerPoint</Application>
  <PresentationFormat>Произвольный</PresentationFormat>
  <Paragraphs>125</Paragraphs>
  <Slides>19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31" baseType="lpstr">
      <vt:lpstr>Aptos</vt:lpstr>
      <vt:lpstr>Arial</vt:lpstr>
      <vt:lpstr>Book Antiqua</vt:lpstr>
      <vt:lpstr>Calibri</vt:lpstr>
      <vt:lpstr>Calibri Light</vt:lpstr>
      <vt:lpstr>Cambria Math</vt:lpstr>
      <vt:lpstr>Fira Sans Bold</vt:lpstr>
      <vt:lpstr>Fira Sans ExtraLight</vt:lpstr>
      <vt:lpstr>Fira Sans Light</vt:lpstr>
      <vt:lpstr>Symbol</vt:lpstr>
      <vt:lpstr>Times New Roman</vt:lpstr>
      <vt:lpstr>Тема Office</vt:lpstr>
      <vt:lpstr>Методика физико-математического моделирования процессов тепломассопереноса в пластах с условиями образования гидратов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Фаттахова Александра Николаевна</dc:creator>
  <cp:lastModifiedBy>Alxndr Klbk</cp:lastModifiedBy>
  <cp:revision>206</cp:revision>
  <dcterms:created xsi:type="dcterms:W3CDTF">2017-12-26T09:56:39Z</dcterms:created>
  <dcterms:modified xsi:type="dcterms:W3CDTF">2025-12-08T11:56:01Z</dcterms:modified>
</cp:coreProperties>
</file>